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14"/>
    <p:sldId id="257" r:id="rId15"/>
    <p:sldId id="258" r:id="rId16"/>
    <p:sldId id="259" r:id="rId17"/>
    <p:sldId id="260" r:id="rId18"/>
    <p:sldId id="261" r:id="rId19"/>
    <p:sldId id="262" r:id="rId20"/>
    <p:sldId id="263" r:id="rId21"/>
    <p:sldId id="264" r:id="rId22"/>
    <p:sldId id="265" r:id="rId13"/>
    <p:sldId id="266" r:id="rId12"/>
    <p:sldId id="267" r:id="rId11"/>
    <p:sldId id="268" r:id="rId10"/>
    <p:sldId id="269" r:id="rId9"/>
    <p:sldId id="270" r:id="rId8"/>
  </p:sldIdLst>
  <p:sldSz cx="9144000" cy="5143500" type="screen16x9"/>
  <p:notesSz cx="9296400" cy="14770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80895" algn="l" rtl="0" fontAlgn="base">
      <a:spcBef>
        <a:spcPct val="0"/>
      </a:spcBef>
      <a:spcAft>
        <a:spcPct val="0"/>
      </a:spcAft>
      <a:defRPr kern="1200">
        <a:solidFill>
          <a:schemeClr val="tx1"/>
        </a:solidFill>
        <a:latin typeface="Arial" charset="0"/>
        <a:ea typeface="+mn-ea"/>
        <a:cs typeface="+mn-cs"/>
      </a:defRPr>
    </a:lvl2pPr>
    <a:lvl3pPr marL="761790" algn="l" rtl="0" fontAlgn="base">
      <a:spcBef>
        <a:spcPct val="0"/>
      </a:spcBef>
      <a:spcAft>
        <a:spcPct val="0"/>
      </a:spcAft>
      <a:defRPr kern="1200">
        <a:solidFill>
          <a:schemeClr val="tx1"/>
        </a:solidFill>
        <a:latin typeface="Arial" charset="0"/>
        <a:ea typeface="+mn-ea"/>
        <a:cs typeface="+mn-cs"/>
      </a:defRPr>
    </a:lvl3pPr>
    <a:lvl4pPr marL="1142683" algn="l" rtl="0" fontAlgn="base">
      <a:spcBef>
        <a:spcPct val="0"/>
      </a:spcBef>
      <a:spcAft>
        <a:spcPct val="0"/>
      </a:spcAft>
      <a:defRPr kern="1200">
        <a:solidFill>
          <a:schemeClr val="tx1"/>
        </a:solidFill>
        <a:latin typeface="Arial" charset="0"/>
        <a:ea typeface="+mn-ea"/>
        <a:cs typeface="+mn-cs"/>
      </a:defRPr>
    </a:lvl4pPr>
    <a:lvl5pPr marL="1523573" algn="l" rtl="0" fontAlgn="base">
      <a:spcBef>
        <a:spcPct val="0"/>
      </a:spcBef>
      <a:spcAft>
        <a:spcPct val="0"/>
      </a:spcAft>
      <a:defRPr kern="1200">
        <a:solidFill>
          <a:schemeClr val="tx1"/>
        </a:solidFill>
        <a:latin typeface="Arial" charset="0"/>
        <a:ea typeface="+mn-ea"/>
        <a:cs typeface="+mn-cs"/>
      </a:defRPr>
    </a:lvl5pPr>
    <a:lvl6pPr marL="1904467" algn="l" defTabSz="761790" rtl="0" eaLnBrk="1" latinLnBrk="0" hangingPunct="1">
      <a:defRPr kern="1200">
        <a:solidFill>
          <a:schemeClr val="tx1"/>
        </a:solidFill>
        <a:latin typeface="Arial" charset="0"/>
        <a:ea typeface="+mn-ea"/>
        <a:cs typeface="+mn-cs"/>
      </a:defRPr>
    </a:lvl6pPr>
    <a:lvl7pPr marL="2285362" algn="l" defTabSz="761790" rtl="0" eaLnBrk="1" latinLnBrk="0" hangingPunct="1">
      <a:defRPr kern="1200">
        <a:solidFill>
          <a:schemeClr val="tx1"/>
        </a:solidFill>
        <a:latin typeface="Arial" charset="0"/>
        <a:ea typeface="+mn-ea"/>
        <a:cs typeface="+mn-cs"/>
      </a:defRPr>
    </a:lvl7pPr>
    <a:lvl8pPr marL="2666253" algn="l" defTabSz="761790" rtl="0" eaLnBrk="1" latinLnBrk="0" hangingPunct="1">
      <a:defRPr kern="1200">
        <a:solidFill>
          <a:schemeClr val="tx1"/>
        </a:solidFill>
        <a:latin typeface="Arial" charset="0"/>
        <a:ea typeface="+mn-ea"/>
        <a:cs typeface="+mn-cs"/>
      </a:defRPr>
    </a:lvl8pPr>
    <a:lvl9pPr marL="3047146" algn="l" defTabSz="76179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56" userDrawn="1">
          <p15:clr>
            <a:srgbClr val="A4A3A4"/>
          </p15:clr>
        </p15:guide>
        <p15:guide id="2" pos="192" userDrawn="1">
          <p15:clr>
            <a:srgbClr val="A4A3A4"/>
          </p15:clr>
        </p15:guide>
      </p15:sldGuideLst>
    </p:ext>
    <p:ext uri="{2D200454-40CA-4A62-9FC3-DE9A4176ACB9}">
      <p15:notesGuideLst xmlns:p15="http://schemas.microsoft.com/office/powerpoint/2012/main">
        <p15:guide id="1" orient="horz" pos="4652">
          <p15:clr>
            <a:srgbClr val="A4A3A4"/>
          </p15:clr>
        </p15:guide>
        <p15:guide id="2" pos="292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omason, Dara" initials="TD" lastIdx="16" clrIdx="0">
    <p:extLst>
      <p:ext uri="{19B8F6BF-5375-455C-9EA6-DF929625EA0E}">
        <p15:presenceInfo xmlns:p15="http://schemas.microsoft.com/office/powerpoint/2012/main" userId="S-1-5-21-1315882459-817801392-1359842108-11987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90A5"/>
    <a:srgbClr val="FF0000"/>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753094-2FD5-4B38-CCE0-9BD530206856}" v="1" dt="2026-09-29T01:58:03.100"/>
  </p1510:revLst>
</p1510:revInfo>
</file>

<file path=ppt/tableStyles.xml><?xml version="1.0" encoding="utf-8"?>
<a:tblStyleLst xmlns:a="http://schemas.openxmlformats.org/drawingml/2006/main" def="{6E25B4C1-2F0A-4C8E-9B1D-7A1C0E0D7101}">
  <a:tblStyle styleId="{6E25B4C1-2F0A-4C8E-9B1D-7A1C0E0D7101}" styleName="TI hairline">
    <a:wholeTbl>
      <a:tcTxStyle>
        <a:fontRef idx="minor">
          <a:prstClr val="black"/>
        </a:fontRef>
        <a:schemeClr val="tx1"/>
      </a:tcTxStyle>
      <a:tcStyle>
        <a:tcBdr>
          <a:left>
            <a:ln w="9525">
              <a:noFill/>
            </a:ln>
          </a:left>
          <a:right>
            <a:ln w="9525">
              <a:noFill/>
            </a:ln>
          </a:right>
          <a:top>
            <a:ln w="9525">
              <a:solidFill>
                <a:srgbClr val="CCCCCC"/>
              </a:solidFill>
            </a:ln>
          </a:top>
          <a:bottom>
            <a:ln w="9525">
              <a:solidFill>
                <a:srgbClr val="CCCCCC"/>
              </a:solidFill>
            </a:ln>
          </a:bottom>
          <a:insideH>
            <a:ln w="9525">
              <a:solidFill>
                <a:srgbClr val="CCCCCC"/>
              </a:solidFill>
            </a:ln>
          </a:insideH>
          <a:insideV>
            <a:ln w="9525">
              <a:noFill/>
            </a:ln>
          </a:insideV>
        </a:tcBdr>
        <a:fill>
          <a:noFill/>
        </a:fill>
      </a:tcStyle>
    </a:wholeTbl>
    <a:firstRow>
      <a:tcTxStyle b="on">
        <a:fontRef idx="minor">
          <a:prstClr val="black"/>
        </a:fontRef>
        <a:schemeClr val="tx1"/>
      </a:tcTxStyle>
      <a:tcStyle>
        <a:tcBdr>
          <a:bottom>
            <a:ln w="12700">
              <a:solidFill>
                <a:srgbClr val="CCCCCC"/>
              </a:solidFill>
            </a:ln>
          </a:bottom>
        </a:tcBdr>
        <a:fill>
          <a:solidFill>
            <a:srgbClr val="F7F7F7"/>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19" autoAdjust="0"/>
    <p:restoredTop sz="88242" autoAdjust="0"/>
  </p:normalViewPr>
  <p:slideViewPr>
    <p:cSldViewPr snapToGrid="0">
      <p:cViewPr varScale="1">
        <p:scale>
          <a:sx n="69" d="100"/>
          <a:sy n="69" d="100"/>
        </p:scale>
        <p:origin x="449" y="55"/>
      </p:cViewPr>
      <p:guideLst>
        <p:guide orient="horz" pos="156"/>
        <p:guide pos="192"/>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9" d="100"/>
          <a:sy n="49" d="100"/>
        </p:scale>
        <p:origin x="-1512" y="-90"/>
      </p:cViewPr>
      <p:guideLst>
        <p:guide orient="horz" pos="4652"/>
        <p:guide pos="2927"/>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 Sasha" userId="S::sasha-chang@ti.com::da7e7c81-deb6-4d51-812c-f4aca1377e4c" providerId="AD" clId="Web-{26753094-2FD5-4B38-CCE0-9BD530206856}"/>
    <pc:docChg chg="delSld">
      <pc:chgData name="Chang, Sasha" userId="S::sasha-chang@ti.com::da7e7c81-deb6-4d51-812c-f4aca1377e4c" providerId="AD" clId="Web-{26753094-2FD5-4B38-CCE0-9BD530206856}" dt="2026-09-29T01:58:03.100" v="0"/>
      <pc:docMkLst>
        <pc:docMk/>
      </pc:docMkLst>
      <pc:sldChg chg="del">
        <pc:chgData name="Chang, Sasha" userId="S::sasha-chang@ti.com::da7e7c81-deb6-4d51-812c-f4aca1377e4c" providerId="AD" clId="Web-{26753094-2FD5-4B38-CCE0-9BD530206856}" dt="2026-09-29T01:58:03.100" v="0"/>
        <pc:sldMkLst>
          <pc:docMk/>
          <pc:sldMk cId="724547374" sldId="214747222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2"/>
            <a:ext cx="4027944"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defRPr sz="1800"/>
            </a:lvl1pPr>
          </a:lstStyle>
          <a:p>
            <a:pPr>
              <a:defRPr/>
            </a:pPr>
            <a:endParaRPr lang="en-US"/>
          </a:p>
        </p:txBody>
      </p:sp>
      <p:sp>
        <p:nvSpPr>
          <p:cNvPr id="122883" name="Rectangle 3"/>
          <p:cNvSpPr>
            <a:spLocks noGrp="1" noChangeArrowheads="1"/>
          </p:cNvSpPr>
          <p:nvPr>
            <p:ph type="dt" sz="quarter" idx="1"/>
          </p:nvPr>
        </p:nvSpPr>
        <p:spPr bwMode="auto">
          <a:xfrm>
            <a:off x="5266329" y="2"/>
            <a:ext cx="4027943"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lgn="r">
              <a:defRPr sz="1800"/>
            </a:lvl1pPr>
          </a:lstStyle>
          <a:p>
            <a:pPr>
              <a:defRPr/>
            </a:pPr>
            <a:endParaRPr lang="en-US"/>
          </a:p>
        </p:txBody>
      </p:sp>
      <p:sp>
        <p:nvSpPr>
          <p:cNvPr id="122884" name="Rectangle 4"/>
          <p:cNvSpPr>
            <a:spLocks noGrp="1" noChangeArrowheads="1"/>
          </p:cNvSpPr>
          <p:nvPr>
            <p:ph type="ftr" sz="quarter" idx="2"/>
          </p:nvPr>
        </p:nvSpPr>
        <p:spPr bwMode="auto">
          <a:xfrm>
            <a:off x="0" y="14030071"/>
            <a:ext cx="4027944"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defRPr sz="1800"/>
            </a:lvl1pPr>
          </a:lstStyle>
          <a:p>
            <a:pPr>
              <a:defRPr/>
            </a:pPr>
            <a:endParaRPr lang="en-US"/>
          </a:p>
        </p:txBody>
      </p:sp>
      <p:sp>
        <p:nvSpPr>
          <p:cNvPr id="122885" name="Rectangle 5"/>
          <p:cNvSpPr>
            <a:spLocks noGrp="1" noChangeArrowheads="1"/>
          </p:cNvSpPr>
          <p:nvPr>
            <p:ph type="sldNum" sz="quarter" idx="3"/>
          </p:nvPr>
        </p:nvSpPr>
        <p:spPr bwMode="auto">
          <a:xfrm>
            <a:off x="5266329" y="14030071"/>
            <a:ext cx="4027943"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lgn="r">
              <a:defRPr sz="1800"/>
            </a:lvl1pPr>
          </a:lstStyle>
          <a:p>
            <a:pPr>
              <a:defRPr/>
            </a:pPr>
            <a:fld id="{8D56EAE8-38CB-4EE5-8A34-F5F49B68F2DE}" type="slidenum">
              <a:rPr lang="en-US"/>
              <a:pPr>
                <a:defRPr/>
              </a:pPr>
              <a:t>‹#›</a:t>
            </a:fld>
            <a:endParaRPr lang="en-US"/>
          </a:p>
        </p:txBody>
      </p:sp>
    </p:spTree>
    <p:extLst>
      <p:ext uri="{BB962C8B-B14F-4D97-AF65-F5344CB8AC3E}">
        <p14:creationId xmlns:p14="http://schemas.microsoft.com/office/powerpoint/2010/main" val="372300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2"/>
            <a:ext cx="4027944"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defRPr sz="1800"/>
            </a:lvl1pPr>
          </a:lstStyle>
          <a:p>
            <a:pPr>
              <a:defRPr/>
            </a:pPr>
            <a:endParaRPr lang="en-US"/>
          </a:p>
        </p:txBody>
      </p:sp>
      <p:sp>
        <p:nvSpPr>
          <p:cNvPr id="121859" name="Rectangle 3"/>
          <p:cNvSpPr>
            <a:spLocks noGrp="1" noChangeArrowheads="1"/>
          </p:cNvSpPr>
          <p:nvPr>
            <p:ph type="dt" idx="1"/>
          </p:nvPr>
        </p:nvSpPr>
        <p:spPr bwMode="auto">
          <a:xfrm>
            <a:off x="5266329" y="2"/>
            <a:ext cx="4027943"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lgn="r">
              <a:defRPr sz="18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274638" y="1108075"/>
            <a:ext cx="9845676" cy="5538788"/>
          </a:xfrm>
          <a:prstGeom prst="rect">
            <a:avLst/>
          </a:prstGeom>
          <a:noFill/>
          <a:ln w="9525">
            <a:solidFill>
              <a:srgbClr val="000000"/>
            </a:solidFill>
            <a:miter lim="800000"/>
            <a:headEnd/>
            <a:tailEnd/>
          </a:ln>
        </p:spPr>
      </p:sp>
      <p:sp>
        <p:nvSpPr>
          <p:cNvPr id="121861" name="Rectangle 5"/>
          <p:cNvSpPr>
            <a:spLocks noGrp="1" noChangeArrowheads="1"/>
          </p:cNvSpPr>
          <p:nvPr>
            <p:ph type="body" sz="quarter" idx="3"/>
          </p:nvPr>
        </p:nvSpPr>
        <p:spPr bwMode="auto">
          <a:xfrm>
            <a:off x="929854" y="7016308"/>
            <a:ext cx="7436693" cy="6645019"/>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1862" name="Rectangle 6"/>
          <p:cNvSpPr>
            <a:spLocks noGrp="1" noChangeArrowheads="1"/>
          </p:cNvSpPr>
          <p:nvPr>
            <p:ph type="ftr" sz="quarter" idx="4"/>
          </p:nvPr>
        </p:nvSpPr>
        <p:spPr bwMode="auto">
          <a:xfrm>
            <a:off x="0" y="14030071"/>
            <a:ext cx="4027944"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defRPr sz="1800"/>
            </a:lvl1pPr>
          </a:lstStyle>
          <a:p>
            <a:pPr>
              <a:defRPr/>
            </a:pPr>
            <a:endParaRPr lang="en-US"/>
          </a:p>
        </p:txBody>
      </p:sp>
      <p:sp>
        <p:nvSpPr>
          <p:cNvPr id="121863" name="Rectangle 7"/>
          <p:cNvSpPr>
            <a:spLocks noGrp="1" noChangeArrowheads="1"/>
          </p:cNvSpPr>
          <p:nvPr>
            <p:ph type="sldNum" sz="quarter" idx="5"/>
          </p:nvPr>
        </p:nvSpPr>
        <p:spPr bwMode="auto">
          <a:xfrm>
            <a:off x="5266329" y="14030071"/>
            <a:ext cx="4027943"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lgn="r">
              <a:defRPr sz="1800"/>
            </a:lvl1pPr>
          </a:lstStyle>
          <a:p>
            <a:pPr>
              <a:defRPr/>
            </a:pPr>
            <a:fld id="{BED2394B-E06C-4DC9-BCC2-551C3DED9AAD}" type="slidenum">
              <a:rPr lang="en-US"/>
              <a:pPr>
                <a:defRPr/>
              </a:pPr>
              <a:t>‹#›</a:t>
            </a:fld>
            <a:endParaRPr lang="en-US"/>
          </a:p>
        </p:txBody>
      </p:sp>
    </p:spTree>
    <p:extLst>
      <p:ext uri="{BB962C8B-B14F-4D97-AF65-F5344CB8AC3E}">
        <p14:creationId xmlns:p14="http://schemas.microsoft.com/office/powerpoint/2010/main" val="3747035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n-ea"/>
        <a:cs typeface="+mn-cs"/>
      </a:defRPr>
    </a:lvl1pPr>
    <a:lvl2pPr marL="380895" algn="l" rtl="0" eaLnBrk="0" fontAlgn="base" hangingPunct="0">
      <a:spcBef>
        <a:spcPct val="30000"/>
      </a:spcBef>
      <a:spcAft>
        <a:spcPct val="0"/>
      </a:spcAft>
      <a:defRPr sz="1000" kern="1200">
        <a:solidFill>
          <a:schemeClr val="tx1"/>
        </a:solidFill>
        <a:latin typeface="Arial" charset="0"/>
        <a:ea typeface="+mn-ea"/>
        <a:cs typeface="+mn-cs"/>
      </a:defRPr>
    </a:lvl2pPr>
    <a:lvl3pPr marL="761790" algn="l" rtl="0" eaLnBrk="0" fontAlgn="base" hangingPunct="0">
      <a:spcBef>
        <a:spcPct val="30000"/>
      </a:spcBef>
      <a:spcAft>
        <a:spcPct val="0"/>
      </a:spcAft>
      <a:defRPr sz="1000" kern="1200">
        <a:solidFill>
          <a:schemeClr val="tx1"/>
        </a:solidFill>
        <a:latin typeface="Arial" charset="0"/>
        <a:ea typeface="+mn-ea"/>
        <a:cs typeface="+mn-cs"/>
      </a:defRPr>
    </a:lvl3pPr>
    <a:lvl4pPr marL="1142683" algn="l" rtl="0" eaLnBrk="0" fontAlgn="base" hangingPunct="0">
      <a:spcBef>
        <a:spcPct val="30000"/>
      </a:spcBef>
      <a:spcAft>
        <a:spcPct val="0"/>
      </a:spcAft>
      <a:defRPr sz="1000" kern="1200">
        <a:solidFill>
          <a:schemeClr val="tx1"/>
        </a:solidFill>
        <a:latin typeface="Arial" charset="0"/>
        <a:ea typeface="+mn-ea"/>
        <a:cs typeface="+mn-cs"/>
      </a:defRPr>
    </a:lvl4pPr>
    <a:lvl5pPr marL="1523573" algn="l" rtl="0" eaLnBrk="0" fontAlgn="base" hangingPunct="0">
      <a:spcBef>
        <a:spcPct val="30000"/>
      </a:spcBef>
      <a:spcAft>
        <a:spcPct val="0"/>
      </a:spcAft>
      <a:defRPr sz="1000" kern="1200">
        <a:solidFill>
          <a:schemeClr val="tx1"/>
        </a:solidFill>
        <a:latin typeface="Arial" charset="0"/>
        <a:ea typeface="+mn-ea"/>
        <a:cs typeface="+mn-cs"/>
      </a:defRPr>
    </a:lvl5pPr>
    <a:lvl6pPr marL="1904467" algn="l" defTabSz="761790" rtl="0" eaLnBrk="1" latinLnBrk="0" hangingPunct="1">
      <a:defRPr sz="1000" kern="1200">
        <a:solidFill>
          <a:schemeClr val="tx1"/>
        </a:solidFill>
        <a:latin typeface="+mn-lt"/>
        <a:ea typeface="+mn-ea"/>
        <a:cs typeface="+mn-cs"/>
      </a:defRPr>
    </a:lvl6pPr>
    <a:lvl7pPr marL="2285362" algn="l" defTabSz="761790" rtl="0" eaLnBrk="1" latinLnBrk="0" hangingPunct="1">
      <a:defRPr sz="1000" kern="1200">
        <a:solidFill>
          <a:schemeClr val="tx1"/>
        </a:solidFill>
        <a:latin typeface="+mn-lt"/>
        <a:ea typeface="+mn-ea"/>
        <a:cs typeface="+mn-cs"/>
      </a:defRPr>
    </a:lvl7pPr>
    <a:lvl8pPr marL="2666253" algn="l" defTabSz="761790" rtl="0" eaLnBrk="1" latinLnBrk="0" hangingPunct="1">
      <a:defRPr sz="1000" kern="1200">
        <a:solidFill>
          <a:schemeClr val="tx1"/>
        </a:solidFill>
        <a:latin typeface="+mn-lt"/>
        <a:ea typeface="+mn-ea"/>
        <a:cs typeface="+mn-cs"/>
      </a:defRPr>
    </a:lvl8pPr>
    <a:lvl9pPr marL="3047146" algn="l" defTabSz="761790"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README</a:t>
            </a:r>
          </a:p>
          <a:p>
            <a:r>
              <a:t>POINT: How to use the template</a:t>
            </a:r>
          </a:p>
          <a:p/>
          <a:p>
            <a:r>
              <a:t>SLOTS</a:t>
            </a:r>
          </a:p>
          <a:p>
            <a:r>
              <a:t>- Delete before sending</a:t>
            </a:r>
          </a:p>
          <a:p/>
          <a:p>
            <a:r>
              <a:t>RULES</a:t>
            </a:r>
          </a:p>
          <a:p>
            <a:r>
              <a:t>- Presenter mode: ≤15 words per slide, detail in notes. Document mode: short bullets, never paragraphs. Pick one per deck.</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L01 Cover</a:t>
            </a:r>
          </a:p>
          <a:p>
            <a:r>
              <a:t>POINT: The deck's single idea as a headline</a:t>
            </a:r>
          </a:p>
          <a:p/>
          <a:p>
            <a:r>
              <a:t>SLOTS</a:t>
            </a:r>
          </a:p>
          <a:p>
            <a:r>
              <a:t>- Eyebrow: client · engagement · date, ≤6 words, teal caps</a:t>
            </a:r>
          </a:p>
          <a:p>
            <a:r>
              <a:t>- Headline: ≤8 words, 30pt+, red, authored line breaks</a:t>
            </a:r>
          </a:p>
          <a:p>
            <a:r>
              <a:t>- Subtitle: ≤14 words, 14pt black</a:t>
            </a:r>
          </a:p>
          <a:p/>
          <a:p>
            <a:r>
              <a:t>RULES</a:t>
            </a:r>
          </a:p>
          <a:p>
            <a:r>
              <a:t>- No agenda, no body copy. A cover is a title and a feeling.</a:t>
            </a:r>
          </a:p>
          <a:p>
            <a:r>
              <a:t>- Background: one of the three TI title backgrounds (this layout = grey circuit).</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L03 Agenda</a:t>
            </a:r>
          </a:p>
          <a:p>
            <a:r>
              <a:t>POINT: The deck's shape in 3–5 lines</a:t>
            </a:r>
          </a:p>
          <a:p/>
          <a:p>
            <a:r>
              <a:t>SLOTS</a:t>
            </a:r>
          </a:p>
          <a:p>
            <a:r>
              <a:t>- 3–5 numbered items, number + ≤4-word label</a:t>
            </a:r>
          </a:p>
          <a:p>
            <a:r>
              <a:t>- Optional giant AGENDA wordmark in grey-200</a:t>
            </a:r>
          </a:p>
          <a:p/>
          <a:p>
            <a:r>
              <a:t>RULES</a:t>
            </a:r>
          </a:p>
          <a:p>
            <a:r>
              <a:t>- Titles only. If more than five parts, the deck has too many parts.</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L02 Section divider</a:t>
            </a:r>
          </a:p>
          <a:p>
            <a:r>
              <a:t>POINT: Entering a numbered part</a:t>
            </a:r>
          </a:p>
          <a:p/>
          <a:p>
            <a:r>
              <a:t>SLOTS</a:t>
            </a:r>
          </a:p>
          <a:p>
            <a:r>
              <a:t>- Part number, 72pt white</a:t>
            </a:r>
          </a:p>
          <a:p>
            <a:r>
              <a:t>- 1–2 word title, 36pt white</a:t>
            </a:r>
          </a:p>
          <a:p/>
          <a:p>
            <a:r>
              <a:t>RULES</a:t>
            </a:r>
          </a:p>
          <a:p>
            <a:r>
              <a:t>- Never a sentence, never bullets.</a:t>
            </a:r>
          </a:p>
          <a:p>
            <a:r>
              <a:t>- Red or teal (#117788) surface, or one of the three title backgrounds. No signature on a coloured divider; it returns on the next white slide.</a:t>
            </a:r>
          </a:p>
          <a:p>
            <a:r>
              <a:t>- Rotate: part 1 red, part 2 teal, part 3 teal-circuit background, part 4 red.</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L08 Statement + support</a:t>
            </a:r>
          </a:p>
          <a:p>
            <a:r>
              <a:t>POINT: Land one point of view</a:t>
            </a:r>
          </a:p>
          <a:p/>
          <a:p>
            <a:r>
              <a:t>SLOTS</a:t>
            </a:r>
          </a:p>
          <a:p>
            <a:r>
              <a:t>- Claim: 34pt bold, one phrase in red, ≤12 words</a:t>
            </a:r>
          </a:p>
          <a:p>
            <a:r>
              <a:t>- Support: ≤30 words, 14pt</a:t>
            </a:r>
          </a:p>
          <a:p>
            <a:r>
              <a:t>- Evidence slot: one stat, quote or chart</a:t>
            </a:r>
          </a:p>
          <a:p/>
          <a:p>
            <a:r>
              <a:t>RULES</a:t>
            </a:r>
          </a:p>
          <a:p>
            <a:r>
              <a:t>- The support extends the headline, never restates it.</a:t>
            </a:r>
          </a:p>
          <a:p>
            <a:r>
              <a:t>- Hold the red phrase to a few words; the rest black.</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L12 Three icon cards</a:t>
            </a:r>
          </a:p>
          <a:p>
            <a:r>
              <a:t>POINT: Three parallel insights</a:t>
            </a:r>
          </a:p>
          <a:p/>
          <a:p>
            <a:r>
              <a:t>SLOTS</a:t>
            </a:r>
          </a:p>
          <a:p>
            <a:r>
              <a:t>- Title ≤10 words</a:t>
            </a:r>
          </a:p>
          <a:p>
            <a:r>
              <a:t>- Per card: Fluent icon (regular, teal) → heading ≤7 words (teal, 16pt) → 2 bullets ≤22 words total</a:t>
            </a:r>
          </a:p>
          <a:p/>
          <a:p>
            <a:r>
              <a:t>RULES</a:t>
            </a:r>
          </a:p>
          <a:p>
            <a:r>
              <a:t>- No card is the hero; equal weight.</a:t>
            </a:r>
          </a:p>
          <a:p>
            <a:r>
              <a:t>- Icons: Fluent UI System Icons, regular style, from assets/Icons; one colour per slide.</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L22 Icon benefit grid</a:t>
            </a:r>
          </a:p>
          <a:p>
            <a:r>
              <a:t>POINT: 6–8 reasons to believe</a:t>
            </a:r>
          </a:p>
          <a:p/>
          <a:p>
            <a:r>
              <a:t>SLOTS</a:t>
            </a:r>
          </a:p>
          <a:p>
            <a:r>
              <a:t>- Per card: icon → ≤4-word title → ≤18-word line</a:t>
            </a:r>
          </a:p>
          <a:p/>
          <a:p>
            <a:r>
              <a:t>RULES</a:t>
            </a:r>
          </a:p>
          <a:p>
            <a:r>
              <a:t>- Alternate white and grey-100 cards; no shadows, 1px borders.</a:t>
            </a:r>
          </a:p>
          <a:p>
            <a:r>
              <a:t>- This is TI's own portfolio-slide pattern.</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L37 Numbered points</a:t>
            </a:r>
          </a:p>
          <a:p>
            <a:r>
              <a:t>POINT: 3–4 parallel points</a:t>
            </a:r>
          </a:p>
          <a:p/>
          <a:p>
            <a:r>
              <a:t>SLOTS</a:t>
            </a:r>
          </a:p>
          <a:p>
            <a:r>
              <a:t>- Big number (40pt) + ≤4-word title + one ≤14-word line</a:t>
            </a:r>
          </a:p>
          <a:p/>
          <a:p>
            <a:r>
              <a:t>RULES</a:t>
            </a:r>
          </a:p>
          <a:p>
            <a:r>
              <a:t>- Rules, not boxes. Only the first number is red; the rest grey-300.</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L35 Highlight box + arrows</a:t>
            </a:r>
          </a:p>
          <a:p>
            <a:r>
              <a:t>POINT: A shift or a mechanism</a:t>
            </a:r>
          </a:p>
          <a:p/>
          <a:p>
            <a:r>
              <a:t>SLOTS</a:t>
            </a:r>
          </a:p>
          <a:p>
            <a:r>
              <a:t>- 3 boxes: plain start → highlighted middle → plain end</a:t>
            </a:r>
          </a:p>
          <a:p>
            <a:r>
              <a:t>- Each: eyebrow ≤3 words, title ≤4 words, one line</a:t>
            </a:r>
          </a:p>
          <a:p/>
          <a:p>
            <a:r>
              <a:t>RULES</a:t>
            </a:r>
          </a:p>
          <a:p>
            <a:r>
              <a:t>- Exactly one box is highlighted (teal fill, white text).</a:t>
            </a:r>
          </a:p>
          <a:p>
            <a:r>
              <a:t>- Arrows are real connectors from box edge to box edge, never typed glyphs.</a:t>
            </a:r>
          </a:p>
          <a:p>
            <a:r>
              <a:t>- The layout for any source → tool → output workflow.</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L19 Stat strip</a:t>
            </a:r>
          </a:p>
          <a:p>
            <a:r>
              <a:t>POINT: Prove an outcome with numbers</a:t>
            </a:r>
          </a:p>
          <a:p/>
          <a:p>
            <a:r>
              <a:t>SLOTS</a:t>
            </a:r>
          </a:p>
          <a:p>
            <a:r>
              <a:t>- ≤8-word headline</a:t>
            </a:r>
          </a:p>
          <a:p>
            <a:r>
              <a:t>- Up to 3 stats: hero (60pt red) + two context (44pt black), ≤4-word labels</a:t>
            </a:r>
          </a:p>
          <a:p/>
          <a:p>
            <a:r>
              <a:t>RULES</a:t>
            </a:r>
          </a:p>
          <a:p>
            <a:r>
              <a:t>- One hero stat, two context. Never four.</a:t>
            </a:r>
          </a:p>
          <a:p>
            <a:r>
              <a:t>- Every figure sourced here or in a 9pt source line.</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L28 Split 50/50</a:t>
            </a:r>
          </a:p>
          <a:p>
            <a:r>
              <a:t>POINT: One image, one message</a:t>
            </a:r>
          </a:p>
          <a:p/>
          <a:p>
            <a:r>
              <a:t>SLOTS</a:t>
            </a:r>
          </a:p>
          <a:p>
            <a:r>
              <a:t>- Left: image bleeding to three edges</a:t>
            </a:r>
          </a:p>
          <a:p>
            <a:r>
              <a:t>- Right: eyebrow (teal caps) → headline ≤8 words (red 26pt) → ≤30-word body → optional CTA line</a:t>
            </a:r>
          </a:p>
          <a:p/>
          <a:p>
            <a:r>
              <a:t>RULES</a:t>
            </a:r>
          </a:p>
          <a:p>
            <a:r>
              <a:t>- Keep the air on the type half; the image does the work.</a:t>
            </a:r>
          </a:p>
          <a:p>
            <a:r>
              <a:t>- Placeholder stays until a real TI photograph lands; stock stand-ins carry a visible swap flag.</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L20 Timeline</a:t>
            </a:r>
          </a:p>
          <a:p>
            <a:r>
              <a:t>POINT: A sequence or phases</a:t>
            </a:r>
          </a:p>
          <a:p/>
          <a:p>
            <a:r>
              <a:t>SLOTS</a:t>
            </a:r>
          </a:p>
          <a:p>
            <a:r>
              <a:t>- 4–6 nodes: date, ≤2-word label, ≤15-word note</a:t>
            </a:r>
          </a:p>
          <a:p/>
          <a:p>
            <a:r>
              <a:t>RULES</a:t>
            </a:r>
          </a:p>
          <a:p>
            <a:r>
              <a:t>- One node may be red: the moment that matters. The rest teal.</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L24 Scope / deliverables table</a:t>
            </a:r>
          </a:p>
          <a:p>
            <a:r>
              <a:t>POINT: The statement of work on one page</a:t>
            </a:r>
          </a:p>
          <a:p/>
          <a:p>
            <a:r>
              <a:t>SLOTS</a:t>
            </a:r>
          </a:p>
          <a:p>
            <a:r>
              <a:t>- Header row grey-100 bold; cells 11pt; counts and ticks</a:t>
            </a:r>
          </a:p>
          <a:p/>
          <a:p>
            <a:r>
              <a:t>RULES</a:t>
            </a:r>
          </a:p>
          <a:p>
            <a:r>
              <a:t>- Dense tier: only when the artefact itself is the point.</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L29 Pull quote</a:t>
            </a:r>
          </a:p>
          <a:p>
            <a:r>
              <a:t>POINT: One voice, one line</a:t>
            </a:r>
          </a:p>
          <a:p/>
          <a:p>
            <a:r>
              <a:t>SLOTS</a:t>
            </a:r>
          </a:p>
          <a:p>
            <a:r>
              <a:t>- Quote ≤20 words, 28pt white on teal</a:t>
            </a:r>
          </a:p>
          <a:p>
            <a:r>
              <a:t>- Attribution 12pt</a:t>
            </a:r>
          </a:p>
          <a:p/>
          <a:p>
            <a:r>
              <a:t>RULES</a:t>
            </a:r>
          </a:p>
          <a:p>
            <a:r>
              <a:t>- A quote is real or it is a labelled placeholder; never invented.</a:t>
            </a:r>
          </a:p>
          <a:p>
            <a:r>
              <a:t>- Teal (#117788) surface: white text 5.2:1. No signature on a coloured slide.</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L30 Closing</a:t>
            </a:r>
          </a:p>
          <a:p>
            <a:r>
              <a:t>POINT: A verb and a way to reach you</a:t>
            </a:r>
          </a:p>
          <a:p/>
          <a:p>
            <a:r>
              <a:t>SLOTS</a:t>
            </a:r>
          </a:p>
          <a:p>
            <a:r>
              <a:t>- Imperative headline ≤6 words, 30pt red</a:t>
            </a:r>
          </a:p>
          <a:p>
            <a:r>
              <a:t>- Contact line 14pt</a:t>
            </a:r>
          </a:p>
          <a:p/>
          <a:p>
            <a:r>
              <a:t>RULES</a:t>
            </a:r>
          </a:p>
          <a:p>
            <a:r>
              <a:t>- No recap, no bullets, no "thank you" slide after this one.</a:t>
            </a:r>
          </a:p>
          <a:p>
            <a:r>
              <a:t>- Background: light facets.</a:t>
            </a:r>
          </a:p>
          <a:p/>
          <a:p>
            <a:r>
              <a:t>SYSTEM: Texas Instruments design system v1 (Hoffman). Title in TI red #CC0000 Arial Bold 24pt; body Arial 12pt black; captions 10pt; nothing under 9pt. One red object beyond the chrome. Icons: Fluent UI System Icons, regular style, teal #117788 (assets/Icons). Sources live here in the notes, not on the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 L0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hasCustomPrompt="1"/>
          </p:nvPr>
        </p:nvSpPr>
        <p:spPr>
          <a:xfrm>
            <a:off x="228600" y="1554480"/>
            <a:ext cx="5852160" cy="1188720"/>
          </a:xfrm>
        </p:spPr>
        <p:txBody>
          <a:bodyPr anchor="b"/>
          <a:lstStyle>
            <a:lvl1pPr marL="0" indent="0" algn="l">
              <a:lnSpc>
                <a:spcPct val="85000"/>
              </a:lnSpc>
              <a:buNone/>
              <a:defRPr sz="3000" b="1">
                <a:solidFill>
                  <a:schemeClr val="accent1"/>
                </a:solidFill>
              </a:defRPr>
            </a:lvl1pPr>
          </a:lstStyle>
          <a:p>
            <a:r>
              <a:rPr lang="en-US" dirty="0"/>
              <a:t>The one idea this deck exists to land</a:t>
            </a:r>
          </a:p>
        </p:txBody>
      </p:sp>
      <p:sp>
        <p:nvSpPr>
          <p:cNvPr id="3075" name="Rectangle 3"/>
          <p:cNvSpPr>
            <a:spLocks noGrp="1" noChangeArrowheads="1"/>
          </p:cNvSpPr>
          <p:nvPr>
            <p:ph type="subTitle" idx="1" hasCustomPrompt="1"/>
          </p:nvPr>
        </p:nvSpPr>
        <p:spPr>
          <a:xfrm>
            <a:off x="228600" y="2788920"/>
            <a:ext cx="5852160" cy="548640"/>
          </a:xfrm>
          <a:ln/>
        </p:spPr>
        <p:txBody>
          <a:bodyPr/>
          <a:lstStyle>
            <a:lvl1pPr marL="0" indent="0" algn="l">
              <a:buNone/>
              <a:defRPr sz="1400">
                <a:solidFill>
                  <a:schemeClr val="tx1"/>
                </a:solidFill>
              </a:defRPr>
            </a:lvl1pPr>
          </a:lstStyle>
          <a:p>
            <a:r>
              <a:rPr lang="en-US" dirty="0"/>
              <a:t>Who this is for and what they get, in one line</a:t>
            </a:r>
          </a:p>
        </p:txBody>
      </p:sp>
      <p:sp>
        <p:nvSpPr>
          <p:cNvPr id="2" name="TextBox 1">
            <a:extLst>
              <a:ext uri="{FF2B5EF4-FFF2-40B4-BE49-F238E27FC236}">
                <a16:creationId xmlns:a16="http://schemas.microsoft.com/office/drawing/2014/main" id="{D56687D7-76F0-8040-93B6-084C7529F854}"/>
              </a:ext>
            </a:extLst>
          </p:cNvPr>
          <p:cNvSpPr txBox="1"/>
          <p:nvPr userDrawn="1"/>
        </p:nvSpPr>
        <p:spPr>
          <a:xfrm>
            <a:off x="4705815" y="4780156"/>
            <a:ext cx="184731" cy="369332"/>
          </a:xfrm>
          <a:prstGeom prst="rect">
            <a:avLst/>
          </a:prstGeom>
          <a:noFill/>
        </p:spPr>
        <p:txBody>
          <a:bodyPr wrap="none" rtlCol="0">
            <a:spAutoFit/>
          </a:bodyPr>
          <a:lstStyle/>
          <a:p>
            <a:endParaRPr lang="en-US" dirty="0"/>
          </a:p>
        </p:txBody>
      </p:sp>
      <p:pic>
        <p:nvPicPr>
          <p:cNvPr id="6" name="Picture 27" descr="ti_logo_powerpoint_1_line.png"/>
          <p:cNvPicPr>
            <a:picLocks noChangeAspect="1"/>
          </p:cNvPicPr>
          <p:nvPr userDrawn="1"/>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
        <p:nvSpPr>
          <p:cNvPr id="3076" name="Eyebrow"/>
          <p:cNvSpPr>
            <a:spLocks noGrp="1"/>
          </p:cNvSpPr>
          <p:nvPr>
            <p:ph type="body" idx="13" hasCustomPrompt="1"/>
          </p:nvPr>
        </p:nvSpPr>
        <p:spPr>
          <a:xfrm>
            <a:off x="228600" y="1234440"/>
            <a:ext cx="5486400" cy="274320"/>
          </a:xfrm>
        </p:spPr>
        <p:txBody>
          <a:bodyPr anchor="t">
            <a:noAutofit/>
          </a:bodyPr>
          <a:lstStyle>
            <a:lvl1pPr marL="0" indent="0" algn="l">
              <a:buNone/>
              <a:defRPr sz="1000" b="1" cap="all">
                <a:solidFill>
                  <a:schemeClr val="accent3"/>
                </a:solidFill>
              </a:defRPr>
            </a:lvl1pPr>
          </a:lstStyle>
          <a:p>
            <a:r>
              <a:rPr lang="en-US" dirty="0"/>
              <a:t>CLIENT · ENGAGEMENT · MONTH YEAR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losing · L30">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hasCustomPrompt="1"/>
          </p:nvPr>
        </p:nvSpPr>
        <p:spPr>
          <a:xfrm>
            <a:off x="228600" y="1645920"/>
            <a:ext cx="6858000" cy="914400"/>
          </a:xfrm>
        </p:spPr>
        <p:txBody>
          <a:bodyPr anchor="b"/>
          <a:lstStyle>
            <a:lvl1pPr marL="0" indent="0" algn="l">
              <a:lnSpc>
                <a:spcPct val="85000"/>
              </a:lnSpc>
              <a:buNone/>
              <a:defRPr sz="3000" b="1">
                <a:solidFill>
                  <a:schemeClr val="accent1"/>
                </a:solidFill>
              </a:defRPr>
            </a:lvl1pPr>
          </a:lstStyle>
          <a:p>
            <a:r>
              <a:rPr lang="en-US" dirty="0"/>
              <a:t>Close with a verb, six words at most</a:t>
            </a:r>
          </a:p>
        </p:txBody>
      </p:sp>
      <p:sp>
        <p:nvSpPr>
          <p:cNvPr id="3075" name="Rectangle 3"/>
          <p:cNvSpPr>
            <a:spLocks noGrp="1" noChangeArrowheads="1"/>
          </p:cNvSpPr>
          <p:nvPr>
            <p:ph type="subTitle" idx="1" hasCustomPrompt="1"/>
          </p:nvPr>
        </p:nvSpPr>
        <p:spPr>
          <a:xfrm>
            <a:off x="228600" y="2743200"/>
            <a:ext cx="6858000" cy="457200"/>
          </a:xfrm>
          <a:ln/>
        </p:spPr>
        <p:txBody>
          <a:bodyPr/>
          <a:lstStyle>
            <a:lvl1pPr marL="0" indent="0" algn="l">
              <a:buNone/>
              <a:defRPr sz="1400">
                <a:solidFill>
                  <a:schemeClr val="tx1"/>
                </a:solidFill>
              </a:defRPr>
            </a:lvl1pPr>
          </a:lstStyle>
          <a:p>
            <a:r>
              <a:rPr lang="en-US" dirty="0"/>
              <a:t>Name · The Hoffman Agency · email</a:t>
            </a:r>
          </a:p>
        </p:txBody>
      </p:sp>
      <p:pic>
        <p:nvPicPr>
          <p:cNvPr id="6" name="Picture 27" descr="ti_logo_powerpoint_1_line.png"/>
          <p:cNvPicPr>
            <a:picLocks noChangeAspect="1"/>
          </p:cNvPicPr>
          <p:nvPr userDrawn="1"/>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Tree>
    <p:extLst>
      <p:ext uri="{BB962C8B-B14F-4D97-AF65-F5344CB8AC3E}">
        <p14:creationId xmlns:p14="http://schemas.microsoft.com/office/powerpoint/2010/main" val="65610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p:cSld name="Section divider · L02">
    <p:bg>
      <p:bgPr>
        <a:solidFill>
          <a:schemeClr val="accent1"/>
        </a:solidFill>
        <a:effectLst/>
      </p:bgPr>
    </p:bg>
    <p:spTree>
      <p:nvGrpSpPr>
        <p:cNvPr id="1" name=""/>
        <p:cNvGrpSpPr/>
        <p:nvPr/>
      </p:nvGrpSpPr>
      <p:grpSpPr>
        <a:xfrm>
          <a:off x="0" y="0"/>
          <a:ext cx="0" cy="0"/>
          <a:chOff x="0" y="0"/>
          <a:chExt cx="0" cy="0"/>
        </a:xfrm>
      </p:grpSpPr>
      <p:sp>
        <p:nvSpPr>
          <p:cNvPr id="4" name="Part number"/>
          <p:cNvSpPr>
            <a:spLocks noGrp="1"/>
          </p:cNvSpPr>
          <p:nvPr>
            <p:ph type="body" idx="13" hasCustomPrompt="1"/>
          </p:nvPr>
        </p:nvSpPr>
        <p:spPr>
          <a:xfrm>
            <a:off x="228600" y="1371600"/>
            <a:ext cx="2743200" cy="1097280"/>
          </a:xfrm>
        </p:spPr>
        <p:txBody>
          <a:bodyPr anchor="b">
            <a:noAutofit/>
          </a:bodyPr>
          <a:lstStyle>
            <a:lvl1pPr marL="0" indent="0" algn="l">
              <a:buNone/>
              <a:defRPr sz="7200" b="1">
                <a:solidFill>
                  <a:schemeClr val="bg1"/>
                </a:solidFill>
              </a:defRPr>
            </a:lvl1pPr>
          </a:lstStyle>
          <a:p>
            <a:r>
              <a:rPr lang="en-US" dirty="0"/>
              <a:t>01</a:t>
            </a:r>
          </a:p>
        </p:txBody>
      </p:sp>
      <p:sp>
        <p:nvSpPr>
          <p:cNvPr id="5" name="Title"/>
          <p:cNvSpPr>
            <a:spLocks noGrp="1"/>
          </p:cNvSpPr>
          <p:nvPr>
            <p:ph type="title" hasCustomPrompt="1"/>
          </p:nvPr>
        </p:nvSpPr>
        <p:spPr>
          <a:xfrm>
            <a:off x="228600" y="2743200"/>
            <a:ext cx="8229600" cy="914400"/>
          </a:xfrm>
        </p:spPr>
        <p:txBody>
          <a:bodyPr anchor="t">
            <a:noAutofit/>
          </a:bodyPr>
          <a:lstStyle>
            <a:lvl1pPr marL="0" indent="0" algn="l">
              <a:lnSpc>
                <a:spcPct val="85000"/>
              </a:lnSpc>
              <a:buNone/>
              <a:defRPr sz="3600" b="1">
                <a:solidFill>
                  <a:schemeClr val="bg1"/>
                </a:solidFill>
              </a:defRPr>
            </a:lvl1pPr>
          </a:lstStyle>
          <a:p>
            <a:r>
              <a:rPr lang="en-US" dirty="0"/>
              <a:t>Section name, one or two words</a:t>
            </a:r>
          </a:p>
        </p:txBody>
      </p:sp>
    </p:spTree>
    <p:extLst>
      <p:ext uri="{BB962C8B-B14F-4D97-AF65-F5344CB8AC3E}">
        <p14:creationId xmlns:p14="http://schemas.microsoft.com/office/powerpoint/2010/main" val="583473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Appendix divider · L02 teal">
    <p:bg>
      <p:bgPr>
        <a:solidFill>
          <a:schemeClr val="accent3"/>
        </a:solidFill>
        <a:effectLst/>
      </p:bgPr>
    </p:bg>
    <p:spTree>
      <p:nvGrpSpPr>
        <p:cNvPr id="1" name=""/>
        <p:cNvGrpSpPr/>
        <p:nvPr/>
      </p:nvGrpSpPr>
      <p:grpSpPr>
        <a:xfrm>
          <a:off x="0" y="0"/>
          <a:ext cx="0" cy="0"/>
          <a:chOff x="0" y="0"/>
          <a:chExt cx="0" cy="0"/>
        </a:xfrm>
      </p:grpSpPr>
      <p:sp>
        <p:nvSpPr>
          <p:cNvPr id="4" name="Part number"/>
          <p:cNvSpPr>
            <a:spLocks noGrp="1"/>
          </p:cNvSpPr>
          <p:nvPr>
            <p:ph type="body" idx="13" hasCustomPrompt="1"/>
          </p:nvPr>
        </p:nvSpPr>
        <p:spPr>
          <a:xfrm>
            <a:off x="228600" y="1371600"/>
            <a:ext cx="2743200" cy="1097280"/>
          </a:xfrm>
        </p:spPr>
        <p:txBody>
          <a:bodyPr anchor="b">
            <a:noAutofit/>
          </a:bodyPr>
          <a:lstStyle>
            <a:lvl1pPr marL="0" indent="0" algn="l">
              <a:buNone/>
              <a:defRPr sz="7200" b="1">
                <a:solidFill>
                  <a:schemeClr val="bg1"/>
                </a:solidFill>
              </a:defRPr>
            </a:lvl1pPr>
          </a:lstStyle>
          <a:p>
            <a:r>
              <a:rPr lang="en-US" dirty="0"/>
              <a:t>01</a:t>
            </a:r>
          </a:p>
        </p:txBody>
      </p:sp>
      <p:sp>
        <p:nvSpPr>
          <p:cNvPr id="5" name="Title"/>
          <p:cNvSpPr>
            <a:spLocks noGrp="1"/>
          </p:cNvSpPr>
          <p:nvPr>
            <p:ph type="title" hasCustomPrompt="1"/>
          </p:nvPr>
        </p:nvSpPr>
        <p:spPr>
          <a:xfrm>
            <a:off x="228600" y="2743200"/>
            <a:ext cx="8229600" cy="914400"/>
          </a:xfrm>
        </p:spPr>
        <p:txBody>
          <a:bodyPr anchor="t">
            <a:noAutofit/>
          </a:bodyPr>
          <a:lstStyle>
            <a:lvl1pPr marL="0" indent="0" algn="l">
              <a:lnSpc>
                <a:spcPct val="85000"/>
              </a:lnSpc>
              <a:buNone/>
              <a:defRPr sz="3600" b="1">
                <a:solidFill>
                  <a:schemeClr val="bg1"/>
                </a:solidFill>
              </a:defRPr>
            </a:lvl1pPr>
          </a:lstStyle>
          <a:p>
            <a:r>
              <a:rPr lang="en-US" dirty="0"/>
              <a:t>Section name, one or two words</a:t>
            </a:r>
          </a:p>
        </p:txBody>
      </p:sp>
    </p:spTree>
    <p:extLst>
      <p:ext uri="{BB962C8B-B14F-4D97-AF65-F5344CB8AC3E}">
        <p14:creationId xmlns:p14="http://schemas.microsoft.com/office/powerpoint/2010/main" val="1229155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 bod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1775" y="91440"/>
            <a:ext cx="8458200" cy="610791"/>
          </a:xfrm>
        </p:spPr>
        <p:txBody>
          <a:bodyPr/>
          <a:lstStyle>
            <a:lvl1pPr>
              <a:defRPr>
                <a:solidFill>
                  <a:schemeClr val="tx2"/>
                </a:solidFill>
              </a:defRPr>
            </a:lvl1pPr>
          </a:lstStyle>
          <a:p>
            <a:r>
              <a:rPr lang="en-US" dirty="0"/>
              <a:t>Title states the point: a claim, not a topic (two lines at most)</a:t>
            </a:r>
          </a:p>
        </p:txBody>
      </p:sp>
      <p:sp>
        <p:nvSpPr>
          <p:cNvPr id="3" name="Content Placeholder 2"/>
          <p:cNvSpPr>
            <a:spLocks noGrp="1"/>
          </p:cNvSpPr>
          <p:nvPr>
            <p:ph idx="1" hasCustomPrompt="1"/>
          </p:nvPr>
        </p:nvSpPr>
        <p:spPr>
          <a:xfrm>
            <a:off x="231775" y="822960"/>
            <a:ext cx="8467725" cy="3709449"/>
          </a:xfrm>
        </p:spPr>
        <p:txBody>
          <a:bodyPr/>
          <a:lstStyle>
            <a:lvl1pPr marL="189124" indent="-189124" algn="l">
              <a:buFont typeface="Arial"/>
              <a:buChar char="•"/>
              <a:defRPr sz="1400"/>
            </a:lvl1pPr>
            <a:lvl2pPr marL="378248" indent="-189124" algn="l">
              <a:buFont typeface="Arial"/>
              <a:buChar char="–"/>
              <a:defRPr sz="1200"/>
            </a:lvl2pPr>
          </a:lstStyle>
          <a:p>
            <a:r>
              <a:rPr lang="en-US" dirty="0"/>
              <a:t>Points that prove the title. Short bullets, never paragraphs.</a:t>
            </a:r>
          </a:p>
        </p:txBody>
      </p:sp>
      <p:pic>
        <p:nvPicPr>
          <p:cNvPr id="5"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6"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C847E557-AD07-4C4E-B79B-C75DC95B68AC}" type="slidenum">
              <a:rPr lang="en-US" sz="900" b="0" dirty="0">
                <a:solidFill>
                  <a:schemeClr val="bg2"/>
                </a:solidFill>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91440"/>
            <a:ext cx="8458200" cy="610791"/>
          </a:xfrm>
        </p:spPr>
        <p:txBody>
          <a:bodyPr/>
          <a:lstStyle>
            <a:lvl1pPr>
              <a:defRPr>
                <a:solidFill>
                  <a:schemeClr val="tx2"/>
                </a:solidFill>
              </a:defRPr>
            </a:lvl1pPr>
          </a:lstStyle>
          <a:p>
            <a:r>
              <a:rPr lang="en-US" dirty="0"/>
              <a:t>Title states the point: a claim, not a topic (two lines at most)</a:t>
            </a:r>
          </a:p>
        </p:txBody>
      </p:sp>
      <p:sp>
        <p:nvSpPr>
          <p:cNvPr id="3" name="Content Placeholder 2"/>
          <p:cNvSpPr>
            <a:spLocks noGrp="1"/>
          </p:cNvSpPr>
          <p:nvPr>
            <p:ph sz="half" idx="1" hasCustomPrompt="1"/>
          </p:nvPr>
        </p:nvSpPr>
        <p:spPr>
          <a:xfrm>
            <a:off x="228600" y="1280160"/>
            <a:ext cx="4160520" cy="3063240"/>
          </a:xfrm>
          <a:noFill/>
          <a:ln w="9525" algn="ctr">
            <a:noFill/>
            <a:miter lim="800000"/>
            <a:headEnd/>
            <a:tailEnd/>
          </a:ln>
        </p:spPr>
        <p:txBody>
          <a:bodyPr vert="horz" wrap="square" lIns="76179" tIns="38088" rIns="76179" bIns="38088" numCol="1" anchor="t" anchorCtr="0" compatLnSpc="1">
            <a:prstTxWarp prst="textNoShape">
              <a:avLst/>
            </a:prstTxWarp>
          </a:bodyPr>
          <a:lstStyle>
            <a:lvl1pPr marL="189124" indent="-189124" algn="l">
              <a:buFont typeface="Arial"/>
              <a:buChar char="•"/>
              <a:defRPr sz="1400"/>
            </a:lvl1pPr>
            <a:lvl2pPr marL="378248" indent="-189124" algn="l">
              <a:buFont typeface="Arial"/>
              <a:buChar char="–"/>
              <a:defRPr sz="1200"/>
            </a:lvl2pPr>
          </a:lstStyle>
          <a:p>
            <a:r>
              <a:rPr lang="en-US" dirty="0"/>
              <a:t>Points for this column</a:t>
            </a:r>
          </a:p>
        </p:txBody>
      </p:sp>
      <p:sp>
        <p:nvSpPr>
          <p:cNvPr id="4" name="Content Placeholder 3"/>
          <p:cNvSpPr>
            <a:spLocks noGrp="1"/>
          </p:cNvSpPr>
          <p:nvPr>
            <p:ph sz="half" idx="2" hasCustomPrompt="1"/>
          </p:nvPr>
        </p:nvSpPr>
        <p:spPr>
          <a:xfrm>
            <a:off x="4645152" y="1280160"/>
            <a:ext cx="4160520" cy="3063240"/>
          </a:xfrm>
          <a:noFill/>
          <a:ln w="9525" algn="ctr">
            <a:noFill/>
            <a:miter lim="800000"/>
            <a:headEnd/>
            <a:tailEnd/>
          </a:ln>
        </p:spPr>
        <p:txBody>
          <a:bodyPr vert="horz" wrap="square" lIns="76179" tIns="38088" rIns="76179" bIns="38088" numCol="1" anchor="t" anchorCtr="0" compatLnSpc="1">
            <a:prstTxWarp prst="textNoShape">
              <a:avLst/>
            </a:prstTxWarp>
          </a:bodyPr>
          <a:lstStyle>
            <a:lvl1pPr marL="189124" indent="-189124" algn="l">
              <a:buFont typeface="Arial"/>
              <a:buChar char="•"/>
              <a:defRPr sz="1400"/>
            </a:lvl1pPr>
            <a:lvl2pPr marL="378248" indent="-189124" algn="l">
              <a:buFont typeface="Arial"/>
              <a:buChar char="–"/>
              <a:defRPr sz="1200"/>
            </a:lvl2pPr>
          </a:lstStyle>
          <a:p>
            <a:r>
              <a:rPr lang="en-US" dirty="0"/>
              <a:t>Points for this column</a:t>
            </a:r>
          </a:p>
        </p:txBody>
      </p:sp>
      <p:pic>
        <p:nvPicPr>
          <p:cNvPr id="6"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7" name="Left heading"/>
          <p:cNvSpPr>
            <a:spLocks noGrp="1"/>
          </p:cNvSpPr>
          <p:nvPr>
            <p:ph type="body" idx="13" hasCustomPrompt="1"/>
          </p:nvPr>
        </p:nvSpPr>
        <p:spPr>
          <a:xfrm>
            <a:off x="228600" y="841248"/>
            <a:ext cx="4160520" cy="365760"/>
          </a:xfrm>
        </p:spPr>
        <p:txBody>
          <a:bodyPr anchor="t">
            <a:noAutofit/>
          </a:bodyPr>
          <a:lstStyle>
            <a:lvl1pPr marL="0" indent="0" algn="l">
              <a:buNone/>
              <a:defRPr sz="1600" b="1">
                <a:solidFill>
                  <a:schemeClr val="accent3"/>
                </a:solidFill>
              </a:defRPr>
            </a:lvl1pPr>
          </a:lstStyle>
          <a:p>
            <a:r>
              <a:rPr lang="en-US" dirty="0"/>
              <a:t>Column heading</a:t>
            </a:r>
          </a:p>
        </p:txBody>
      </p:sp>
      <p:sp>
        <p:nvSpPr>
          <p:cNvPr id="8" name="Right heading"/>
          <p:cNvSpPr>
            <a:spLocks noGrp="1"/>
          </p:cNvSpPr>
          <p:nvPr>
            <p:ph type="body" idx="14" hasCustomPrompt="1"/>
          </p:nvPr>
        </p:nvSpPr>
        <p:spPr>
          <a:xfrm>
            <a:off x="4645152" y="841248"/>
            <a:ext cx="4160520" cy="365760"/>
          </a:xfrm>
        </p:spPr>
        <p:txBody>
          <a:bodyPr anchor="t">
            <a:noAutofit/>
          </a:bodyPr>
          <a:lstStyle>
            <a:lvl1pPr marL="0" indent="0" algn="l">
              <a:buNone/>
              <a:defRPr sz="1600" b="1">
                <a:solidFill>
                  <a:schemeClr val="accent3"/>
                </a:solidFill>
              </a:defRPr>
            </a:lvl1pPr>
          </a:lstStyle>
          <a:p>
            <a:r>
              <a:rPr lang="en-US" dirty="0"/>
              <a:t>Column heading</a:t>
            </a:r>
          </a:p>
        </p:txBody>
      </p:sp>
      <p:sp>
        <p:nvSpPr>
          <p:cNvPr id="9"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9EDF342D-2B97-401F-B2D9-C119091E9759}" type="slidenum">
              <a:rPr lang="en-US" sz="900" b="0" dirty="0">
                <a:solidFill>
                  <a:schemeClr val="bg2"/>
                </a:solidFill>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Title states the point: a claim, not a topic (two lines at most)</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 L03">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Agenda</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AGENDA wordmark"/>
          <p:cNvSpPr txBox="1"/>
          <p:nvPr userDrawn="1"/>
        </p:nvSpPr>
        <p:spPr>
          <a:xfrm>
            <a:off x="6035040" y="1005840"/>
            <a:ext cx="2880360" cy="822960"/>
          </a:xfrm>
          <a:prstGeom prst="rect">
            <a:avLst/>
          </a:prstGeom>
          <a:noFill/>
        </p:spPr>
        <p:txBody>
          <a:bodyPr wrap="square" lIns="0" tIns="0" rIns="0" bIns="0" anchor="t">
            <a:noAutofit/>
          </a:bodyPr>
          <a:lstStyle/>
          <a:p>
            <a:pPr algn="r"/>
            <a:r>
              <a:rPr lang="en-US" sz="4000" b="1" dirty="0">
                <a:solidFill>
                  <a:srgbClr val="E8E8E8"/>
                </a:solidFill>
              </a:rPr>
              <a:t>AGENDA</a:t>
            </a:r>
          </a:p>
        </p:txBody>
      </p:sp>
      <p:sp>
        <p:nvSpPr>
          <p:cNvPr id="7" name="Number 1"/>
          <p:cNvSpPr>
            <a:spLocks noGrp="1"/>
          </p:cNvSpPr>
          <p:nvPr>
            <p:ph type="body" idx="13" hasCustomPrompt="1"/>
          </p:nvPr>
        </p:nvSpPr>
        <p:spPr>
          <a:xfrm>
            <a:off x="228600" y="914400"/>
            <a:ext cx="822960" cy="548640"/>
          </a:xfrm>
        </p:spPr>
        <p:txBody>
          <a:bodyPr anchor="ctr">
            <a:noAutofit/>
          </a:bodyPr>
          <a:lstStyle>
            <a:lvl1pPr marL="0" indent="0" algn="l">
              <a:buNone/>
              <a:defRPr sz="2800" b="1">
                <a:solidFill>
                  <a:schemeClr val="accent3"/>
                </a:solidFill>
              </a:defRPr>
            </a:lvl1pPr>
          </a:lstStyle>
          <a:p>
            <a:r>
              <a:rPr lang="en-US" dirty="0"/>
              <a:t>01</a:t>
            </a:r>
          </a:p>
        </p:txBody>
      </p:sp>
      <p:sp>
        <p:nvSpPr>
          <p:cNvPr id="8" name="Item 1"/>
          <p:cNvSpPr>
            <a:spLocks noGrp="1"/>
          </p:cNvSpPr>
          <p:nvPr>
            <p:ph type="body" idx="14" hasCustomPrompt="1"/>
          </p:nvPr>
        </p:nvSpPr>
        <p:spPr>
          <a:xfrm>
            <a:off x="1143000" y="987552"/>
            <a:ext cx="4937760" cy="411480"/>
          </a:xfrm>
        </p:spPr>
        <p:txBody>
          <a:bodyPr anchor="ctr">
            <a:noAutofit/>
          </a:bodyPr>
          <a:lstStyle>
            <a:lvl1pPr marL="0" indent="0" algn="l">
              <a:buNone/>
              <a:defRPr sz="1600">
                <a:solidFill>
                  <a:schemeClr val="tx1"/>
                </a:solidFill>
              </a:defRPr>
            </a:lvl1pPr>
          </a:lstStyle>
          <a:p>
            <a:r>
              <a:rPr lang="en-US" dirty="0"/>
              <a:t>Part name, four words at most</a:t>
            </a:r>
          </a:p>
        </p:txBody>
      </p:sp>
      <p:cxnSp>
        <p:nvCxnSpPr>
          <p:cNvPr id="9" name="Rule 1"/>
          <p:cNvCxnSpPr/>
          <p:nvPr userDrawn="1"/>
        </p:nvCxnSpPr>
        <p:spPr>
          <a:xfrm>
            <a:off x="228600" y="1536192"/>
            <a:ext cx="6035040" cy="0"/>
          </a:xfrm>
          <a:prstGeom prst="line">
            <a:avLst/>
          </a:prstGeom>
          <a:ln w="9525">
            <a:solidFill>
              <a:srgbClr val="CCCCCC"/>
            </a:solidFill>
          </a:ln>
        </p:spPr>
      </p:cxnSp>
      <p:sp>
        <p:nvSpPr>
          <p:cNvPr id="10" name="Number 2"/>
          <p:cNvSpPr>
            <a:spLocks noGrp="1"/>
          </p:cNvSpPr>
          <p:nvPr>
            <p:ph type="body" idx="15" hasCustomPrompt="1"/>
          </p:nvPr>
        </p:nvSpPr>
        <p:spPr>
          <a:xfrm>
            <a:off x="228600" y="1609344"/>
            <a:ext cx="822960" cy="548640"/>
          </a:xfrm>
        </p:spPr>
        <p:txBody>
          <a:bodyPr anchor="ctr">
            <a:noAutofit/>
          </a:bodyPr>
          <a:lstStyle>
            <a:lvl1pPr marL="0" indent="0" algn="l">
              <a:buNone/>
              <a:defRPr sz="2800" b="1">
                <a:solidFill>
                  <a:schemeClr val="accent3"/>
                </a:solidFill>
              </a:defRPr>
            </a:lvl1pPr>
          </a:lstStyle>
          <a:p>
            <a:r>
              <a:rPr lang="en-US" dirty="0"/>
              <a:t>02</a:t>
            </a:r>
          </a:p>
        </p:txBody>
      </p:sp>
      <p:sp>
        <p:nvSpPr>
          <p:cNvPr id="11" name="Item 2"/>
          <p:cNvSpPr>
            <a:spLocks noGrp="1"/>
          </p:cNvSpPr>
          <p:nvPr>
            <p:ph type="body" idx="16" hasCustomPrompt="1"/>
          </p:nvPr>
        </p:nvSpPr>
        <p:spPr>
          <a:xfrm>
            <a:off x="1143000" y="1682496"/>
            <a:ext cx="4937760" cy="411480"/>
          </a:xfrm>
        </p:spPr>
        <p:txBody>
          <a:bodyPr anchor="ctr">
            <a:noAutofit/>
          </a:bodyPr>
          <a:lstStyle>
            <a:lvl1pPr marL="0" indent="0" algn="l">
              <a:buNone/>
              <a:defRPr sz="1600">
                <a:solidFill>
                  <a:schemeClr val="tx1"/>
                </a:solidFill>
              </a:defRPr>
            </a:lvl1pPr>
          </a:lstStyle>
          <a:p>
            <a:r>
              <a:rPr lang="en-US" dirty="0"/>
              <a:t>Part name, four words at most</a:t>
            </a:r>
          </a:p>
        </p:txBody>
      </p:sp>
      <p:cxnSp>
        <p:nvCxnSpPr>
          <p:cNvPr id="12" name="Rule 2"/>
          <p:cNvCxnSpPr/>
          <p:nvPr userDrawn="1"/>
        </p:nvCxnSpPr>
        <p:spPr>
          <a:xfrm>
            <a:off x="228600" y="2231136"/>
            <a:ext cx="6035040" cy="0"/>
          </a:xfrm>
          <a:prstGeom prst="line">
            <a:avLst/>
          </a:prstGeom>
          <a:ln w="9525">
            <a:solidFill>
              <a:srgbClr val="CCCCCC"/>
            </a:solidFill>
          </a:ln>
        </p:spPr>
      </p:cxnSp>
      <p:sp>
        <p:nvSpPr>
          <p:cNvPr id="13" name="Number 3"/>
          <p:cNvSpPr>
            <a:spLocks noGrp="1"/>
          </p:cNvSpPr>
          <p:nvPr>
            <p:ph type="body" idx="17" hasCustomPrompt="1"/>
          </p:nvPr>
        </p:nvSpPr>
        <p:spPr>
          <a:xfrm>
            <a:off x="228600" y="2304288"/>
            <a:ext cx="822960" cy="548640"/>
          </a:xfrm>
        </p:spPr>
        <p:txBody>
          <a:bodyPr anchor="ctr">
            <a:noAutofit/>
          </a:bodyPr>
          <a:lstStyle>
            <a:lvl1pPr marL="0" indent="0" algn="l">
              <a:buNone/>
              <a:defRPr sz="2800" b="1">
                <a:solidFill>
                  <a:schemeClr val="accent3"/>
                </a:solidFill>
              </a:defRPr>
            </a:lvl1pPr>
          </a:lstStyle>
          <a:p>
            <a:r>
              <a:rPr lang="en-US" dirty="0"/>
              <a:t>03</a:t>
            </a:r>
          </a:p>
        </p:txBody>
      </p:sp>
      <p:sp>
        <p:nvSpPr>
          <p:cNvPr id="14" name="Item 3"/>
          <p:cNvSpPr>
            <a:spLocks noGrp="1"/>
          </p:cNvSpPr>
          <p:nvPr>
            <p:ph type="body" idx="18" hasCustomPrompt="1"/>
          </p:nvPr>
        </p:nvSpPr>
        <p:spPr>
          <a:xfrm>
            <a:off x="1143000" y="2377440"/>
            <a:ext cx="4937760" cy="411480"/>
          </a:xfrm>
        </p:spPr>
        <p:txBody>
          <a:bodyPr anchor="ctr">
            <a:noAutofit/>
          </a:bodyPr>
          <a:lstStyle>
            <a:lvl1pPr marL="0" indent="0" algn="l">
              <a:buNone/>
              <a:defRPr sz="1600">
                <a:solidFill>
                  <a:schemeClr val="tx1"/>
                </a:solidFill>
              </a:defRPr>
            </a:lvl1pPr>
          </a:lstStyle>
          <a:p>
            <a:r>
              <a:rPr lang="en-US" dirty="0"/>
              <a:t>Part name, four words at most</a:t>
            </a:r>
          </a:p>
        </p:txBody>
      </p:sp>
      <p:cxnSp>
        <p:nvCxnSpPr>
          <p:cNvPr id="15" name="Rule 3"/>
          <p:cNvCxnSpPr/>
          <p:nvPr userDrawn="1"/>
        </p:nvCxnSpPr>
        <p:spPr>
          <a:xfrm>
            <a:off x="228600" y="2926080"/>
            <a:ext cx="6035040" cy="0"/>
          </a:xfrm>
          <a:prstGeom prst="line">
            <a:avLst/>
          </a:prstGeom>
          <a:ln w="9525">
            <a:solidFill>
              <a:srgbClr val="CCCCCC"/>
            </a:solidFill>
          </a:ln>
        </p:spPr>
      </p:cxnSp>
      <p:sp>
        <p:nvSpPr>
          <p:cNvPr id="16" name="Number 4"/>
          <p:cNvSpPr>
            <a:spLocks noGrp="1"/>
          </p:cNvSpPr>
          <p:nvPr>
            <p:ph type="body" idx="19" hasCustomPrompt="1"/>
          </p:nvPr>
        </p:nvSpPr>
        <p:spPr>
          <a:xfrm>
            <a:off x="228600" y="2999232"/>
            <a:ext cx="822960" cy="548640"/>
          </a:xfrm>
        </p:spPr>
        <p:txBody>
          <a:bodyPr anchor="ctr">
            <a:noAutofit/>
          </a:bodyPr>
          <a:lstStyle>
            <a:lvl1pPr marL="0" indent="0" algn="l">
              <a:buNone/>
              <a:defRPr sz="2800" b="1">
                <a:solidFill>
                  <a:schemeClr val="accent3"/>
                </a:solidFill>
              </a:defRPr>
            </a:lvl1pPr>
          </a:lstStyle>
          <a:p>
            <a:r>
              <a:rPr lang="en-US" dirty="0"/>
              <a:t>04</a:t>
            </a:r>
          </a:p>
        </p:txBody>
      </p:sp>
      <p:sp>
        <p:nvSpPr>
          <p:cNvPr id="17" name="Item 4"/>
          <p:cNvSpPr>
            <a:spLocks noGrp="1"/>
          </p:cNvSpPr>
          <p:nvPr>
            <p:ph type="body" idx="20" hasCustomPrompt="1"/>
          </p:nvPr>
        </p:nvSpPr>
        <p:spPr>
          <a:xfrm>
            <a:off x="1143000" y="3072384"/>
            <a:ext cx="4937760" cy="411480"/>
          </a:xfrm>
        </p:spPr>
        <p:txBody>
          <a:bodyPr anchor="ctr">
            <a:noAutofit/>
          </a:bodyPr>
          <a:lstStyle>
            <a:lvl1pPr marL="0" indent="0" algn="l">
              <a:buNone/>
              <a:defRPr sz="1600">
                <a:solidFill>
                  <a:schemeClr val="tx1"/>
                </a:solidFill>
              </a:defRPr>
            </a:lvl1pPr>
          </a:lstStyle>
          <a:p>
            <a:r>
              <a:rPr lang="en-US" dirty="0"/>
              <a:t>Part name, four words at most</a:t>
            </a:r>
          </a:p>
        </p:txBody>
      </p:sp>
      <p:cxnSp>
        <p:nvCxnSpPr>
          <p:cNvPr id="18" name="Rule 4"/>
          <p:cNvCxnSpPr/>
          <p:nvPr userDrawn="1"/>
        </p:nvCxnSpPr>
        <p:spPr>
          <a:xfrm>
            <a:off x="228600" y="3621024"/>
            <a:ext cx="6035040" cy="0"/>
          </a:xfrm>
          <a:prstGeom prst="line">
            <a:avLst/>
          </a:prstGeom>
          <a:ln w="9525">
            <a:solidFill>
              <a:srgbClr val="CCCCCC"/>
            </a:solidFill>
          </a:ln>
        </p:spPr>
      </p:cxnSp>
      <p:sp>
        <p:nvSpPr>
          <p:cNvPr id="19" name="Number 5"/>
          <p:cNvSpPr>
            <a:spLocks noGrp="1"/>
          </p:cNvSpPr>
          <p:nvPr>
            <p:ph type="body" idx="21" hasCustomPrompt="1"/>
          </p:nvPr>
        </p:nvSpPr>
        <p:spPr>
          <a:xfrm>
            <a:off x="228600" y="3694176"/>
            <a:ext cx="822960" cy="548640"/>
          </a:xfrm>
        </p:spPr>
        <p:txBody>
          <a:bodyPr anchor="ctr">
            <a:noAutofit/>
          </a:bodyPr>
          <a:lstStyle>
            <a:lvl1pPr marL="0" indent="0" algn="l">
              <a:buNone/>
              <a:defRPr sz="2800" b="1">
                <a:solidFill>
                  <a:schemeClr val="accent3"/>
                </a:solidFill>
              </a:defRPr>
            </a:lvl1pPr>
          </a:lstStyle>
          <a:p>
            <a:r>
              <a:rPr lang="en-US" dirty="0"/>
              <a:t>05</a:t>
            </a:r>
          </a:p>
        </p:txBody>
      </p:sp>
      <p:sp>
        <p:nvSpPr>
          <p:cNvPr id="20" name="Item 5"/>
          <p:cNvSpPr>
            <a:spLocks noGrp="1"/>
          </p:cNvSpPr>
          <p:nvPr>
            <p:ph type="body" idx="22" hasCustomPrompt="1"/>
          </p:nvPr>
        </p:nvSpPr>
        <p:spPr>
          <a:xfrm>
            <a:off x="1143000" y="3767328"/>
            <a:ext cx="4937760" cy="411480"/>
          </a:xfrm>
        </p:spPr>
        <p:txBody>
          <a:bodyPr anchor="ctr">
            <a:noAutofit/>
          </a:bodyPr>
          <a:lstStyle>
            <a:lvl1pPr marL="0" indent="0" algn="l">
              <a:buNone/>
              <a:defRPr sz="1600">
                <a:solidFill>
                  <a:schemeClr val="tx1"/>
                </a:solidFill>
              </a:defRPr>
            </a:lvl1pPr>
          </a:lstStyle>
          <a:p>
            <a:r>
              <a:rPr lang="en-US" dirty="0"/>
              <a:t>Part name, four words at most</a:t>
            </a:r>
          </a:p>
        </p:txBody>
      </p:sp>
      <p:cxnSp>
        <p:nvCxnSpPr>
          <p:cNvPr id="21" name="Rule 5"/>
          <p:cNvCxnSpPr/>
          <p:nvPr userDrawn="1"/>
        </p:nvCxnSpPr>
        <p:spPr>
          <a:xfrm>
            <a:off x="228600" y="4315968"/>
            <a:ext cx="6035040" cy="0"/>
          </a:xfrm>
          <a:prstGeom prst="line">
            <a:avLst/>
          </a:prstGeom>
          <a:ln w="9525">
            <a:solidFill>
              <a:srgbClr val="CCCCCC"/>
            </a:solidFill>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bg>
      <p:bgPr>
        <a:solidFill>
          <a:schemeClr val="bg1"/>
        </a:solidFill>
        <a:effectLst/>
      </p:bgPr>
    </p:bg>
    <p:spTree>
      <p:nvGrpSpPr>
        <p:cNvPr id="1" name=""/>
        <p:cNvGrpSpPr/>
        <p:nvPr/>
      </p:nvGrpSpPr>
      <p:grpSpPr>
        <a:xfrm>
          <a:off x="0" y="0"/>
          <a:ext cx="0" cy="0"/>
          <a:chOff x="0" y="0"/>
          <a:chExt cx="0" cy="0"/>
        </a:xfrm>
      </p:grpSpPr>
      <p:pic>
        <p:nvPicPr>
          <p:cNvPr id="3" name="Picture 27" descr="ti_logo_powerpoint_1_line.png">
            <a:extLst>
              <a:ext uri="{FF2B5EF4-FFF2-40B4-BE49-F238E27FC236}">
                <a16:creationId xmlns:a16="http://schemas.microsoft.com/office/drawing/2014/main" id="{F571CE0E-F818-AD47-85B0-1D1FEF6C5BBC}"/>
              </a:ext>
            </a:extLst>
          </p:cNvPr>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extLst>
      <p:ext uri="{BB962C8B-B14F-4D97-AF65-F5344CB8AC3E}">
        <p14:creationId xmlns:p14="http://schemas.microsoft.com/office/powerpoint/2010/main" val="2562630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tatement · L08">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Claim"/>
          <p:cNvSpPr>
            <a:spLocks noGrp="1"/>
          </p:cNvSpPr>
          <p:nvPr>
            <p:ph type="title" hasCustomPrompt="1"/>
          </p:nvPr>
        </p:nvSpPr>
        <p:spPr>
          <a:xfrm>
            <a:off x="228600" y="822960"/>
            <a:ext cx="7863840" cy="1828800"/>
          </a:xfrm>
        </p:spPr>
        <p:txBody>
          <a:bodyPr anchor="t">
            <a:noAutofit/>
          </a:bodyPr>
          <a:lstStyle>
            <a:lvl1pPr marL="0" indent="0" algn="l">
              <a:lnSpc>
                <a:spcPct val="90000"/>
              </a:lnSpc>
              <a:buNone/>
              <a:defRPr sz="3400" b="1">
                <a:solidFill>
                  <a:schemeClr val="tx1"/>
                </a:solidFill>
              </a:defRPr>
            </a:lvl1pPr>
          </a:lstStyle>
          <a:p>
            <a:r>
              <a:rPr lang="en-US" dirty="0"/>
              <a:t>One claim in a sentence. Colour one phrase red.</a:t>
            </a:r>
          </a:p>
        </p:txBody>
      </p:sp>
      <p:sp>
        <p:nvSpPr>
          <p:cNvPr id="7" name="Support"/>
          <p:cNvSpPr>
            <a:spLocks noGrp="1"/>
          </p:cNvSpPr>
          <p:nvPr>
            <p:ph type="body" idx="13" hasCustomPrompt="1"/>
          </p:nvPr>
        </p:nvSpPr>
        <p:spPr>
          <a:xfrm>
            <a:off x="228600" y="2834640"/>
            <a:ext cx="5669280" cy="1097280"/>
          </a:xfrm>
        </p:spPr>
        <p:txBody>
          <a:bodyPr anchor="t">
            <a:noAutofit/>
          </a:bodyPr>
          <a:lstStyle>
            <a:lvl1pPr marL="0" indent="0" algn="l">
              <a:buNone/>
              <a:defRPr sz="1400">
                <a:solidFill>
                  <a:schemeClr val="tx1"/>
                </a:solidFill>
              </a:defRPr>
            </a:lvl1pPr>
          </a:lstStyle>
          <a:p>
            <a:r>
              <a:rPr lang="en-US" dirty="0"/>
              <a:t>Support: at most 30 words that extend the claim</a:t>
            </a:r>
          </a:p>
        </p:txBody>
      </p:sp>
      <p:sp>
        <p:nvSpPr>
          <p:cNvPr id="8" name="Evidence"/>
          <p:cNvSpPr>
            <a:spLocks noGrp="1"/>
          </p:cNvSpPr>
          <p:nvPr>
            <p:ph type="body" idx="14" hasCustomPrompt="1"/>
          </p:nvPr>
        </p:nvSpPr>
        <p:spPr>
          <a:xfrm>
            <a:off x="6400800" y="2788920"/>
            <a:ext cx="2514600" cy="1600200"/>
          </a:xfrm>
          <a:prstGeom prst="rect">
            <a:avLst/>
          </a:prstGeom>
          <a:noFill/>
          <a:ln w="19050">
            <a:solidFill>
              <a:srgbClr val="4ABED4"/>
            </a:solidFill>
          </a:ln>
        </p:spPr>
        <p:txBody>
          <a:bodyPr anchor="t">
            <a:noAutofit/>
          </a:bodyPr>
          <a:lstStyle>
            <a:lvl1pPr marL="0" indent="0" algn="l">
              <a:buNone/>
              <a:defRPr sz="1100">
                <a:solidFill>
                  <a:schemeClr val="tx1"/>
                </a:solidFill>
              </a:defRPr>
            </a:lvl1pPr>
          </a:lstStyle>
          <a:p>
            <a:r>
              <a:rPr lang="en-US" dirty="0"/>
              <a:t>Evidence slot: one stat, one quote or one chart. Not three.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hree columns · L1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Title states the point: a claim, not a topic (two lines at most)</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Card 1"/>
          <p:cNvSpPr/>
          <p:nvPr userDrawn="1"/>
        </p:nvSpPr>
        <p:spPr>
          <a:xfrm>
            <a:off x="228600" y="822960"/>
            <a:ext cx="2715768" cy="3566160"/>
          </a:xfrm>
          <a:prstGeom prst="rect">
            <a:avLst/>
          </a:prstGeom>
          <a:noFill/>
          <a:ln w="9525">
            <a:solidFill>
              <a:srgbClr val="CCCCCC"/>
            </a:solidFill>
          </a:ln>
        </p:spPr>
      </p:sp>
      <p:sp>
        <p:nvSpPr>
          <p:cNvPr id="7" name="Icon 1"/>
          <p:cNvSpPr>
            <a:spLocks noGrp="1"/>
          </p:cNvSpPr>
          <p:nvPr>
            <p:ph type="pic" idx="13" hasCustomPrompt="1"/>
          </p:nvPr>
        </p:nvSpPr>
        <p:spPr>
          <a:xfrm>
            <a:off x="457200" y="1051560"/>
            <a:ext cx="640080" cy="640080"/>
          </a:xfrm>
          <a:prstGeom prst="rect">
            <a:avLst/>
          </a:prstGeom>
          <a:solidFill>
            <a:srgbClr val="F7F7F7"/>
          </a:solidFill>
        </p:spPr>
        <p:txBody>
          <a:bodyPr anchor="ctr">
            <a:noAutofit/>
          </a:bodyPr>
          <a:lstStyle>
            <a:lvl1pPr marL="0" indent="0" algn="ctr">
              <a:buNone/>
              <a:defRPr sz="900">
                <a:solidFill>
                  <a:schemeClr val="bg2"/>
                </a:solidFill>
              </a:defRPr>
            </a:lvl1pPr>
          </a:lstStyle>
          <a:p>
            <a:r>
              <a:rPr lang="en-US" dirty="0"/>
              <a:t>Icon</a:t>
            </a:r>
          </a:p>
        </p:txBody>
      </p:sp>
      <p:sp>
        <p:nvSpPr>
          <p:cNvPr id="8" name="Heading 1"/>
          <p:cNvSpPr>
            <a:spLocks noGrp="1"/>
          </p:cNvSpPr>
          <p:nvPr>
            <p:ph type="body" idx="14" hasCustomPrompt="1"/>
          </p:nvPr>
        </p:nvSpPr>
        <p:spPr>
          <a:xfrm>
            <a:off x="457200" y="1828800"/>
            <a:ext cx="2258568" cy="548640"/>
          </a:xfrm>
        </p:spPr>
        <p:txBody>
          <a:bodyPr anchor="t">
            <a:noAutofit/>
          </a:bodyPr>
          <a:lstStyle>
            <a:lvl1pPr marL="0" indent="0" algn="l">
              <a:buNone/>
              <a:defRPr sz="1600" b="1">
                <a:solidFill>
                  <a:schemeClr val="accent3"/>
                </a:solidFill>
              </a:defRPr>
            </a:lvl1pPr>
          </a:lstStyle>
          <a:p>
            <a:r>
              <a:rPr lang="en-US" dirty="0"/>
              <a:t>Heading, seven words at most</a:t>
            </a:r>
          </a:p>
        </p:txBody>
      </p:sp>
      <p:sp>
        <p:nvSpPr>
          <p:cNvPr id="9" name="Body 1"/>
          <p:cNvSpPr>
            <a:spLocks noGrp="1"/>
          </p:cNvSpPr>
          <p:nvPr>
            <p:ph type="body" idx="15" hasCustomPrompt="1"/>
          </p:nvPr>
        </p:nvSpPr>
        <p:spPr>
          <a:xfrm>
            <a:off x="457200" y="2468880"/>
            <a:ext cx="2258568" cy="1737360"/>
          </a:xfrm>
        </p:spPr>
        <p:txBody>
          <a:bodyPr anchor="t">
            <a:noAutofit/>
          </a:bodyPr>
          <a:lstStyle>
            <a:lvl1pPr marL="189124" indent="-189124" algn="l">
              <a:buFont typeface="Arial"/>
              <a:buChar char="•"/>
              <a:defRPr sz="1200">
                <a:solidFill>
                  <a:schemeClr val="tx1"/>
                </a:solidFill>
              </a:defRPr>
            </a:lvl1pPr>
            <a:lvl2pPr marL="378248" indent="-189124" algn="l">
              <a:buFont typeface="Arial"/>
              <a:buChar char="–"/>
              <a:defRPr sz="1200">
                <a:solidFill>
                  <a:schemeClr val="tx1"/>
                </a:solidFill>
              </a:defRPr>
            </a:lvl2pPr>
          </a:lstStyle>
          <a:p>
            <a:r>
              <a:rPr lang="en-US" dirty="0"/>
              <a:t>Two short bullets</a:t>
            </a:r>
          </a:p>
        </p:txBody>
      </p:sp>
      <p:sp>
        <p:nvSpPr>
          <p:cNvPr id="10" name="Card 2"/>
          <p:cNvSpPr/>
          <p:nvPr userDrawn="1"/>
        </p:nvSpPr>
        <p:spPr>
          <a:xfrm>
            <a:off x="3218688" y="822960"/>
            <a:ext cx="2715768" cy="3566160"/>
          </a:xfrm>
          <a:prstGeom prst="rect">
            <a:avLst/>
          </a:prstGeom>
          <a:noFill/>
          <a:ln w="9525">
            <a:solidFill>
              <a:srgbClr val="CCCCCC"/>
            </a:solidFill>
          </a:ln>
        </p:spPr>
      </p:sp>
      <p:sp>
        <p:nvSpPr>
          <p:cNvPr id="11" name="Icon 2"/>
          <p:cNvSpPr>
            <a:spLocks noGrp="1"/>
          </p:cNvSpPr>
          <p:nvPr>
            <p:ph type="pic" idx="16" hasCustomPrompt="1"/>
          </p:nvPr>
        </p:nvSpPr>
        <p:spPr>
          <a:xfrm>
            <a:off x="3447288" y="1051560"/>
            <a:ext cx="640080" cy="640080"/>
          </a:xfrm>
          <a:prstGeom prst="rect">
            <a:avLst/>
          </a:prstGeom>
          <a:solidFill>
            <a:srgbClr val="F7F7F7"/>
          </a:solidFill>
        </p:spPr>
        <p:txBody>
          <a:bodyPr anchor="ctr">
            <a:noAutofit/>
          </a:bodyPr>
          <a:lstStyle>
            <a:lvl1pPr marL="0" indent="0" algn="ctr">
              <a:buNone/>
              <a:defRPr sz="900">
                <a:solidFill>
                  <a:schemeClr val="bg2"/>
                </a:solidFill>
              </a:defRPr>
            </a:lvl1pPr>
          </a:lstStyle>
          <a:p>
            <a:r>
              <a:rPr lang="en-US" dirty="0"/>
              <a:t>Icon</a:t>
            </a:r>
          </a:p>
        </p:txBody>
      </p:sp>
      <p:sp>
        <p:nvSpPr>
          <p:cNvPr id="12" name="Heading 2"/>
          <p:cNvSpPr>
            <a:spLocks noGrp="1"/>
          </p:cNvSpPr>
          <p:nvPr>
            <p:ph type="body" idx="17" hasCustomPrompt="1"/>
          </p:nvPr>
        </p:nvSpPr>
        <p:spPr>
          <a:xfrm>
            <a:off x="3447288" y="1828800"/>
            <a:ext cx="2258568" cy="548640"/>
          </a:xfrm>
        </p:spPr>
        <p:txBody>
          <a:bodyPr anchor="t">
            <a:noAutofit/>
          </a:bodyPr>
          <a:lstStyle>
            <a:lvl1pPr marL="0" indent="0" algn="l">
              <a:buNone/>
              <a:defRPr sz="1600" b="1">
                <a:solidFill>
                  <a:schemeClr val="accent3"/>
                </a:solidFill>
              </a:defRPr>
            </a:lvl1pPr>
          </a:lstStyle>
          <a:p>
            <a:r>
              <a:rPr lang="en-US" dirty="0"/>
              <a:t>Heading, seven words at most</a:t>
            </a:r>
          </a:p>
        </p:txBody>
      </p:sp>
      <p:sp>
        <p:nvSpPr>
          <p:cNvPr id="13" name="Body 2"/>
          <p:cNvSpPr>
            <a:spLocks noGrp="1"/>
          </p:cNvSpPr>
          <p:nvPr>
            <p:ph type="body" idx="18" hasCustomPrompt="1"/>
          </p:nvPr>
        </p:nvSpPr>
        <p:spPr>
          <a:xfrm>
            <a:off x="3447288" y="2468880"/>
            <a:ext cx="2258568" cy="1737360"/>
          </a:xfrm>
        </p:spPr>
        <p:txBody>
          <a:bodyPr anchor="t">
            <a:noAutofit/>
          </a:bodyPr>
          <a:lstStyle>
            <a:lvl1pPr marL="189124" indent="-189124" algn="l">
              <a:buFont typeface="Arial"/>
              <a:buChar char="•"/>
              <a:defRPr sz="1200">
                <a:solidFill>
                  <a:schemeClr val="tx1"/>
                </a:solidFill>
              </a:defRPr>
            </a:lvl1pPr>
            <a:lvl2pPr marL="378248" indent="-189124" algn="l">
              <a:buFont typeface="Arial"/>
              <a:buChar char="–"/>
              <a:defRPr sz="1200">
                <a:solidFill>
                  <a:schemeClr val="tx1"/>
                </a:solidFill>
              </a:defRPr>
            </a:lvl2pPr>
          </a:lstStyle>
          <a:p>
            <a:r>
              <a:rPr lang="en-US" dirty="0"/>
              <a:t>Two short bullets</a:t>
            </a:r>
          </a:p>
        </p:txBody>
      </p:sp>
      <p:sp>
        <p:nvSpPr>
          <p:cNvPr id="14" name="Card 3"/>
          <p:cNvSpPr/>
          <p:nvPr userDrawn="1"/>
        </p:nvSpPr>
        <p:spPr>
          <a:xfrm>
            <a:off x="6199632" y="822960"/>
            <a:ext cx="2715768" cy="3566160"/>
          </a:xfrm>
          <a:prstGeom prst="rect">
            <a:avLst/>
          </a:prstGeom>
          <a:noFill/>
          <a:ln w="9525">
            <a:solidFill>
              <a:srgbClr val="CCCCCC"/>
            </a:solidFill>
          </a:ln>
        </p:spPr>
      </p:sp>
      <p:sp>
        <p:nvSpPr>
          <p:cNvPr id="15" name="Icon 3"/>
          <p:cNvSpPr>
            <a:spLocks noGrp="1"/>
          </p:cNvSpPr>
          <p:nvPr>
            <p:ph type="pic" idx="19" hasCustomPrompt="1"/>
          </p:nvPr>
        </p:nvSpPr>
        <p:spPr>
          <a:xfrm>
            <a:off x="6428232" y="1051560"/>
            <a:ext cx="640080" cy="640080"/>
          </a:xfrm>
          <a:prstGeom prst="rect">
            <a:avLst/>
          </a:prstGeom>
          <a:solidFill>
            <a:srgbClr val="F7F7F7"/>
          </a:solidFill>
        </p:spPr>
        <p:txBody>
          <a:bodyPr anchor="ctr">
            <a:noAutofit/>
          </a:bodyPr>
          <a:lstStyle>
            <a:lvl1pPr marL="0" indent="0" algn="ctr">
              <a:buNone/>
              <a:defRPr sz="900">
                <a:solidFill>
                  <a:schemeClr val="bg2"/>
                </a:solidFill>
              </a:defRPr>
            </a:lvl1pPr>
          </a:lstStyle>
          <a:p>
            <a:r>
              <a:rPr lang="en-US" dirty="0"/>
              <a:t>Icon</a:t>
            </a:r>
          </a:p>
        </p:txBody>
      </p:sp>
      <p:sp>
        <p:nvSpPr>
          <p:cNvPr id="16" name="Heading 3"/>
          <p:cNvSpPr>
            <a:spLocks noGrp="1"/>
          </p:cNvSpPr>
          <p:nvPr>
            <p:ph type="body" idx="20" hasCustomPrompt="1"/>
          </p:nvPr>
        </p:nvSpPr>
        <p:spPr>
          <a:xfrm>
            <a:off x="6428232" y="1828800"/>
            <a:ext cx="2258568" cy="548640"/>
          </a:xfrm>
        </p:spPr>
        <p:txBody>
          <a:bodyPr anchor="t">
            <a:noAutofit/>
          </a:bodyPr>
          <a:lstStyle>
            <a:lvl1pPr marL="0" indent="0" algn="l">
              <a:buNone/>
              <a:defRPr sz="1600" b="1">
                <a:solidFill>
                  <a:schemeClr val="accent3"/>
                </a:solidFill>
              </a:defRPr>
            </a:lvl1pPr>
          </a:lstStyle>
          <a:p>
            <a:r>
              <a:rPr lang="en-US" dirty="0"/>
              <a:t>Heading, seven words at most</a:t>
            </a:r>
          </a:p>
        </p:txBody>
      </p:sp>
      <p:sp>
        <p:nvSpPr>
          <p:cNvPr id="17" name="Body 3"/>
          <p:cNvSpPr>
            <a:spLocks noGrp="1"/>
          </p:cNvSpPr>
          <p:nvPr>
            <p:ph type="body" idx="21" hasCustomPrompt="1"/>
          </p:nvPr>
        </p:nvSpPr>
        <p:spPr>
          <a:xfrm>
            <a:off x="6428232" y="2468880"/>
            <a:ext cx="2258568" cy="1737360"/>
          </a:xfrm>
        </p:spPr>
        <p:txBody>
          <a:bodyPr anchor="t">
            <a:noAutofit/>
          </a:bodyPr>
          <a:lstStyle>
            <a:lvl1pPr marL="189124" indent="-189124" algn="l">
              <a:buFont typeface="Arial"/>
              <a:buChar char="•"/>
              <a:defRPr sz="1200">
                <a:solidFill>
                  <a:schemeClr val="tx1"/>
                </a:solidFill>
              </a:defRPr>
            </a:lvl1pPr>
            <a:lvl2pPr marL="378248" indent="-189124" algn="l">
              <a:buFont typeface="Arial"/>
              <a:buChar char="–"/>
              <a:defRPr sz="1200">
                <a:solidFill>
                  <a:schemeClr val="tx1"/>
                </a:solidFill>
              </a:defRPr>
            </a:lvl2pPr>
          </a:lstStyle>
          <a:p>
            <a:r>
              <a:rPr lang="en-US" dirty="0"/>
              <a:t>Two short bullets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tat strip · L1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Title states the point: a claim, not a topic (two lines at most)</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Number 1"/>
          <p:cNvSpPr>
            <a:spLocks noGrp="1"/>
          </p:cNvSpPr>
          <p:nvPr>
            <p:ph type="body" idx="13" hasCustomPrompt="1"/>
          </p:nvPr>
        </p:nvSpPr>
        <p:spPr>
          <a:xfrm>
            <a:off x="502920" y="1554480"/>
            <a:ext cx="2350008" cy="1188720"/>
          </a:xfrm>
        </p:spPr>
        <p:txBody>
          <a:bodyPr anchor="b">
            <a:noAutofit/>
          </a:bodyPr>
          <a:lstStyle>
            <a:lvl1pPr marL="0" indent="0" algn="l">
              <a:buNone/>
              <a:defRPr sz="6000" b="1">
                <a:solidFill>
                  <a:schemeClr val="accent1"/>
                </a:solidFill>
              </a:defRPr>
            </a:lvl1pPr>
          </a:lstStyle>
          <a:p>
            <a:r>
              <a:rPr lang="en-US" dirty="0"/>
              <a:t>Hero</a:t>
            </a:r>
          </a:p>
        </p:txBody>
      </p:sp>
      <p:sp>
        <p:nvSpPr>
          <p:cNvPr id="7" name="Label 1"/>
          <p:cNvSpPr>
            <a:spLocks noGrp="1"/>
          </p:cNvSpPr>
          <p:nvPr>
            <p:ph type="body" idx="14" hasCustomPrompt="1"/>
          </p:nvPr>
        </p:nvSpPr>
        <p:spPr>
          <a:xfrm>
            <a:off x="502920" y="2834640"/>
            <a:ext cx="2350008" cy="548640"/>
          </a:xfrm>
        </p:spPr>
        <p:txBody>
          <a:bodyPr anchor="t">
            <a:noAutofit/>
          </a:bodyPr>
          <a:lstStyle>
            <a:lvl1pPr marL="0" indent="0" algn="l">
              <a:buNone/>
              <a:defRPr sz="1200">
                <a:solidFill>
                  <a:schemeClr val="tx1"/>
                </a:solidFill>
              </a:defRPr>
            </a:lvl1pPr>
          </a:lstStyle>
          <a:p>
            <a:r>
              <a:rPr lang="en-US" dirty="0"/>
              <a:t>Label, four words at most</a:t>
            </a:r>
          </a:p>
        </p:txBody>
      </p:sp>
      <p:sp>
        <p:nvSpPr>
          <p:cNvPr id="8" name="Number 2"/>
          <p:cNvSpPr>
            <a:spLocks noGrp="1"/>
          </p:cNvSpPr>
          <p:nvPr>
            <p:ph type="body" idx="15" hasCustomPrompt="1"/>
          </p:nvPr>
        </p:nvSpPr>
        <p:spPr>
          <a:xfrm>
            <a:off x="3401568" y="1554480"/>
            <a:ext cx="2350008" cy="1188720"/>
          </a:xfrm>
        </p:spPr>
        <p:txBody>
          <a:bodyPr anchor="b">
            <a:noAutofit/>
          </a:bodyPr>
          <a:lstStyle>
            <a:lvl1pPr marL="0" indent="0" algn="l">
              <a:buNone/>
              <a:defRPr sz="4400" b="1">
                <a:solidFill>
                  <a:schemeClr val="tx1"/>
                </a:solidFill>
              </a:defRPr>
            </a:lvl1pPr>
          </a:lstStyle>
          <a:p>
            <a:r>
              <a:rPr lang="en-US" dirty="0"/>
              <a:t>Stat</a:t>
            </a:r>
          </a:p>
        </p:txBody>
      </p:sp>
      <p:sp>
        <p:nvSpPr>
          <p:cNvPr id="9" name="Label 2"/>
          <p:cNvSpPr>
            <a:spLocks noGrp="1"/>
          </p:cNvSpPr>
          <p:nvPr>
            <p:ph type="body" idx="16" hasCustomPrompt="1"/>
          </p:nvPr>
        </p:nvSpPr>
        <p:spPr>
          <a:xfrm>
            <a:off x="3401568" y="2834640"/>
            <a:ext cx="2350008" cy="548640"/>
          </a:xfrm>
        </p:spPr>
        <p:txBody>
          <a:bodyPr anchor="t">
            <a:noAutofit/>
          </a:bodyPr>
          <a:lstStyle>
            <a:lvl1pPr marL="0" indent="0" algn="l">
              <a:buNone/>
              <a:defRPr sz="1200">
                <a:solidFill>
                  <a:schemeClr val="tx1"/>
                </a:solidFill>
              </a:defRPr>
            </a:lvl1pPr>
          </a:lstStyle>
          <a:p>
            <a:r>
              <a:rPr lang="en-US" dirty="0"/>
              <a:t>Label, four words at most</a:t>
            </a:r>
          </a:p>
        </p:txBody>
      </p:sp>
      <p:sp>
        <p:nvSpPr>
          <p:cNvPr id="10" name="Number 3"/>
          <p:cNvSpPr>
            <a:spLocks noGrp="1"/>
          </p:cNvSpPr>
          <p:nvPr>
            <p:ph type="body" idx="17" hasCustomPrompt="1"/>
          </p:nvPr>
        </p:nvSpPr>
        <p:spPr>
          <a:xfrm>
            <a:off x="6291072" y="1554480"/>
            <a:ext cx="2350008" cy="1188720"/>
          </a:xfrm>
        </p:spPr>
        <p:txBody>
          <a:bodyPr anchor="b">
            <a:noAutofit/>
          </a:bodyPr>
          <a:lstStyle>
            <a:lvl1pPr marL="0" indent="0" algn="l">
              <a:buNone/>
              <a:defRPr sz="4400" b="1">
                <a:solidFill>
                  <a:schemeClr val="tx1"/>
                </a:solidFill>
              </a:defRPr>
            </a:lvl1pPr>
          </a:lstStyle>
          <a:p>
            <a:r>
              <a:rPr lang="en-US" dirty="0"/>
              <a:t>Stat</a:t>
            </a:r>
          </a:p>
        </p:txBody>
      </p:sp>
      <p:sp>
        <p:nvSpPr>
          <p:cNvPr id="11" name="Label 3"/>
          <p:cNvSpPr>
            <a:spLocks noGrp="1"/>
          </p:cNvSpPr>
          <p:nvPr>
            <p:ph type="body" idx="18" hasCustomPrompt="1"/>
          </p:nvPr>
        </p:nvSpPr>
        <p:spPr>
          <a:xfrm>
            <a:off x="6291072" y="2834640"/>
            <a:ext cx="2350008" cy="548640"/>
          </a:xfrm>
        </p:spPr>
        <p:txBody>
          <a:bodyPr anchor="t">
            <a:noAutofit/>
          </a:bodyPr>
          <a:lstStyle>
            <a:lvl1pPr marL="0" indent="0" algn="l">
              <a:buNone/>
              <a:defRPr sz="1200">
                <a:solidFill>
                  <a:schemeClr val="tx1"/>
                </a:solidFill>
              </a:defRPr>
            </a:lvl1pPr>
          </a:lstStyle>
          <a:p>
            <a:r>
              <a:rPr lang="en-US" dirty="0"/>
              <a:t>Label, four words at most</a:t>
            </a:r>
          </a:p>
        </p:txBody>
      </p:sp>
      <p:cxnSp>
        <p:nvCxnSpPr>
          <p:cNvPr id="12" name="Divider"/>
          <p:cNvCxnSpPr/>
          <p:nvPr userDrawn="1"/>
        </p:nvCxnSpPr>
        <p:spPr>
          <a:xfrm>
            <a:off x="3127248" y="1554480"/>
            <a:ext cx="0" cy="2194560"/>
          </a:xfrm>
          <a:prstGeom prst="line">
            <a:avLst/>
          </a:prstGeom>
          <a:ln w="9525">
            <a:solidFill>
              <a:srgbClr val="CCCCCC"/>
            </a:solidFill>
          </a:ln>
        </p:spPr>
      </p:cxnSp>
      <p:cxnSp>
        <p:nvCxnSpPr>
          <p:cNvPr id="13" name="Divider"/>
          <p:cNvCxnSpPr/>
          <p:nvPr userDrawn="1"/>
        </p:nvCxnSpPr>
        <p:spPr>
          <a:xfrm>
            <a:off x="6016752" y="1554480"/>
            <a:ext cx="0" cy="2194560"/>
          </a:xfrm>
          <a:prstGeom prst="line">
            <a:avLst/>
          </a:prstGeom>
          <a:ln w="9525">
            <a:solidFill>
              <a:srgbClr val="CCCCCC"/>
            </a:solidFill>
          </a:ln>
        </p:spPr>
      </p:cxnSp>
      <p:sp>
        <p:nvSpPr>
          <p:cNvPr id="14" name="Source"/>
          <p:cNvSpPr>
            <a:spLocks noGrp="1"/>
          </p:cNvSpPr>
          <p:nvPr>
            <p:ph type="body" idx="19" hasCustomPrompt="1"/>
          </p:nvPr>
        </p:nvSpPr>
        <p:spPr>
          <a:xfrm>
            <a:off x="228600" y="4114800"/>
            <a:ext cx="6583680" cy="274320"/>
          </a:xfrm>
        </p:spPr>
        <p:txBody>
          <a:bodyPr anchor="b">
            <a:noAutofit/>
          </a:bodyPr>
          <a:lstStyle>
            <a:lvl1pPr marL="0" indent="0" algn="l">
              <a:buNone/>
              <a:defRPr sz="900">
                <a:solidFill>
                  <a:schemeClr val="bg2"/>
                </a:solidFill>
              </a:defRPr>
            </a:lvl1pPr>
          </a:lstStyle>
          <a:p>
            <a:r>
              <a:rPr lang="en-US" dirty="0"/>
              <a:t>Source: who, what, when — or [REAL DATA · what · who supplies it]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hart + takeawa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Title states the point: a claim, not a topic (two lines at most)</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Chart"/>
          <p:cNvSpPr>
            <a:spLocks noGrp="1"/>
          </p:cNvSpPr>
          <p:nvPr>
            <p:ph type="chart" idx="13" hasCustomPrompt="1"/>
          </p:nvPr>
        </p:nvSpPr>
        <p:spPr>
          <a:xfrm>
            <a:off x="228600" y="822960"/>
            <a:ext cx="5760720" cy="3246120"/>
          </a:xfrm>
        </p:spPr>
        <p:txBody>
          <a:bodyPr anchor="t">
            <a:noAutofit/>
          </a:bodyPr>
          <a:lstStyle>
            <a:lvl1pPr marL="0" indent="0" algn="l">
              <a:buNone/>
              <a:defRPr/>
            </a:lvl1pPr>
          </a:lstStyle>
          <a:p>
            <a:r>
              <a:rPr lang="en-US" dirty="0"/>
              <a:t>Chart: TI in red, everyone else teal and grey</a:t>
            </a:r>
          </a:p>
        </p:txBody>
      </p:sp>
      <p:sp>
        <p:nvSpPr>
          <p:cNvPr id="7" name="Takeaway"/>
          <p:cNvSpPr>
            <a:spLocks noGrp="1"/>
          </p:cNvSpPr>
          <p:nvPr>
            <p:ph type="body" idx="14" hasCustomPrompt="1"/>
          </p:nvPr>
        </p:nvSpPr>
        <p:spPr>
          <a:xfrm>
            <a:off x="6217920" y="822960"/>
            <a:ext cx="2697480" cy="3246120"/>
          </a:xfrm>
        </p:spPr>
        <p:txBody>
          <a:bodyPr anchor="t">
            <a:noAutofit/>
          </a:bodyPr>
          <a:lstStyle>
            <a:lvl1pPr marL="0" indent="0" algn="l">
              <a:buNone/>
              <a:defRPr sz="1400">
                <a:solidFill>
                  <a:schemeClr val="tx1"/>
                </a:solidFill>
              </a:defRPr>
            </a:lvl1pPr>
          </a:lstStyle>
          <a:p>
            <a:r>
              <a:rPr lang="en-US" dirty="0"/>
              <a:t>What the chart proves, in 30 words at most</a:t>
            </a:r>
          </a:p>
        </p:txBody>
      </p:sp>
      <p:sp>
        <p:nvSpPr>
          <p:cNvPr id="8" name="Source"/>
          <p:cNvSpPr>
            <a:spLocks noGrp="1"/>
          </p:cNvSpPr>
          <p:nvPr>
            <p:ph type="body" idx="15" hasCustomPrompt="1"/>
          </p:nvPr>
        </p:nvSpPr>
        <p:spPr>
          <a:xfrm>
            <a:off x="228600" y="4114800"/>
            <a:ext cx="6583680" cy="274320"/>
          </a:xfrm>
        </p:spPr>
        <p:txBody>
          <a:bodyPr anchor="b">
            <a:noAutofit/>
          </a:bodyPr>
          <a:lstStyle>
            <a:lvl1pPr marL="0" indent="0" algn="l">
              <a:buNone/>
              <a:defRPr sz="900">
                <a:solidFill>
                  <a:schemeClr val="bg2"/>
                </a:solidFill>
              </a:defRPr>
            </a:lvl1pPr>
          </a:lstStyle>
          <a:p>
            <a:r>
              <a:rPr lang="en-US" dirty="0"/>
              <a:t>Source: who, what, when — or [REAL DATA · what · who supplies it]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able · L24">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Title states the point: a claim, not a topic (two lines at most)</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Table"/>
          <p:cNvSpPr>
            <a:spLocks noGrp="1"/>
          </p:cNvSpPr>
          <p:nvPr>
            <p:ph type="tbl" idx="13" hasCustomPrompt="1"/>
          </p:nvPr>
        </p:nvSpPr>
        <p:spPr>
          <a:xfrm>
            <a:off x="228600" y="822960"/>
            <a:ext cx="8686800" cy="3200400"/>
          </a:xfrm>
        </p:spPr>
        <p:txBody>
          <a:bodyPr anchor="t">
            <a:noAutofit/>
          </a:bodyPr>
          <a:lstStyle>
            <a:lvl1pPr marL="0" indent="0" algn="l">
              <a:buNone/>
              <a:defRPr/>
            </a:lvl1pPr>
          </a:lstStyle>
          <a:p>
            <a:r>
              <a:rPr lang="en-US" dirty="0"/>
              <a:t>Table: hairline rows, grey header. One or two per deck.</a:t>
            </a:r>
          </a:p>
        </p:txBody>
      </p:sp>
      <p:sp>
        <p:nvSpPr>
          <p:cNvPr id="7" name="Note"/>
          <p:cNvSpPr>
            <a:spLocks noGrp="1"/>
          </p:cNvSpPr>
          <p:nvPr>
            <p:ph type="body" idx="14" hasCustomPrompt="1"/>
          </p:nvPr>
        </p:nvSpPr>
        <p:spPr>
          <a:xfrm>
            <a:off x="228600" y="4114800"/>
            <a:ext cx="6583680" cy="274320"/>
          </a:xfrm>
        </p:spPr>
        <p:txBody>
          <a:bodyPr anchor="b">
            <a:noAutofit/>
          </a:bodyPr>
          <a:lstStyle>
            <a:lvl1pPr marL="0" indent="0" algn="l">
              <a:buNone/>
              <a:defRPr sz="900">
                <a:solidFill>
                  <a:schemeClr val="bg2"/>
                </a:solidFill>
              </a:defRPr>
            </a:lvl1pPr>
          </a:lstStyle>
          <a:p>
            <a:r>
              <a:rPr lang="en-US" dirty="0"/>
              <a:t>Source or note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 text · L28">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hoto"/>
          <p:cNvSpPr>
            <a:spLocks noGrp="1"/>
          </p:cNvSpPr>
          <p:nvPr>
            <p:ph type="pic" idx="13" hasCustomPrompt="1"/>
          </p:nvPr>
        </p:nvSpPr>
        <p:spPr>
          <a:xfrm>
            <a:off x="0" y="0"/>
            <a:ext cx="4572000" cy="5143500"/>
          </a:xfrm>
          <a:prstGeom prst="rect">
            <a:avLst/>
          </a:prstGeom>
          <a:solidFill>
            <a:srgbClr val="F7F7F7"/>
          </a:solidFill>
        </p:spPr>
        <p:txBody>
          <a:bodyPr anchor="ctr">
            <a:noAutofit/>
          </a:bodyPr>
          <a:lstStyle>
            <a:lvl1pPr marL="0" indent="0" algn="ctr">
              <a:buNone/>
              <a:defRPr sz="1000">
                <a:solidFill>
                  <a:schemeClr val="bg2"/>
                </a:solidFill>
              </a:defRPr>
            </a:lvl1pPr>
          </a:lstStyle>
          <a:p>
            <a:r>
              <a:rPr lang="en-US" dirty="0"/>
              <a:t>Photo: TI imagery only; people shown are Taiwanese</a:t>
            </a:r>
          </a:p>
        </p:txBody>
      </p:sp>
      <p:sp>
        <p:nvSpPr>
          <p:cNvPr id="7" name="Eyebrow"/>
          <p:cNvSpPr>
            <a:spLocks noGrp="1"/>
          </p:cNvSpPr>
          <p:nvPr>
            <p:ph type="body" idx="14" hasCustomPrompt="1"/>
          </p:nvPr>
        </p:nvSpPr>
        <p:spPr>
          <a:xfrm>
            <a:off x="4937760" y="822960"/>
            <a:ext cx="3931920" cy="274320"/>
          </a:xfrm>
        </p:spPr>
        <p:txBody>
          <a:bodyPr anchor="t">
            <a:noAutofit/>
          </a:bodyPr>
          <a:lstStyle>
            <a:lvl1pPr marL="0" indent="0" algn="l">
              <a:buNone/>
              <a:defRPr sz="1000" b="1" cap="all">
                <a:solidFill>
                  <a:schemeClr val="accent3"/>
                </a:solidFill>
              </a:defRPr>
            </a:lvl1pPr>
          </a:lstStyle>
          <a:p>
            <a:r>
              <a:rPr lang="en-US" dirty="0"/>
              <a:t>EYEBROW</a:t>
            </a:r>
          </a:p>
        </p:txBody>
      </p:sp>
      <p:sp>
        <p:nvSpPr>
          <p:cNvPr id="8" name="Title"/>
          <p:cNvSpPr>
            <a:spLocks noGrp="1"/>
          </p:cNvSpPr>
          <p:nvPr>
            <p:ph type="title" hasCustomPrompt="1"/>
          </p:nvPr>
        </p:nvSpPr>
        <p:spPr>
          <a:xfrm>
            <a:off x="4937760" y="1143000"/>
            <a:ext cx="3931920" cy="1463040"/>
          </a:xfrm>
        </p:spPr>
        <p:txBody>
          <a:bodyPr anchor="t">
            <a:noAutofit/>
          </a:bodyPr>
          <a:lstStyle>
            <a:lvl1pPr marL="0" indent="0" algn="l">
              <a:lnSpc>
                <a:spcPct val="85000"/>
              </a:lnSpc>
              <a:buNone/>
              <a:defRPr sz="2600" b="1">
                <a:solidFill>
                  <a:schemeClr val="accent1"/>
                </a:solidFill>
              </a:defRPr>
            </a:lvl1pPr>
          </a:lstStyle>
          <a:p>
            <a:r>
              <a:rPr lang="en-US" dirty="0"/>
              <a:t>Headline that states the point</a:t>
            </a:r>
          </a:p>
        </p:txBody>
      </p:sp>
      <p:sp>
        <p:nvSpPr>
          <p:cNvPr id="9" name="Body"/>
          <p:cNvSpPr>
            <a:spLocks noGrp="1"/>
          </p:cNvSpPr>
          <p:nvPr>
            <p:ph type="body" idx="15" hasCustomPrompt="1"/>
          </p:nvPr>
        </p:nvSpPr>
        <p:spPr>
          <a:xfrm>
            <a:off x="4937760" y="2697480"/>
            <a:ext cx="3931920" cy="1280160"/>
          </a:xfrm>
        </p:spPr>
        <p:txBody>
          <a:bodyPr anchor="t">
            <a:noAutofit/>
          </a:bodyPr>
          <a:lstStyle>
            <a:lvl1pPr marL="0" indent="0" algn="l">
              <a:buNone/>
              <a:defRPr sz="1200">
                <a:solidFill>
                  <a:schemeClr val="tx1"/>
                </a:solidFill>
              </a:defRPr>
            </a:lvl1pPr>
          </a:lstStyle>
          <a:p>
            <a:r>
              <a:rPr lang="en-US" dirty="0"/>
              <a:t>Body, 30 words at most</a:t>
            </a:r>
          </a:p>
        </p:txBody>
      </p:sp>
      <p:sp>
        <p:nvSpPr>
          <p:cNvPr id="10" name="Call to action"/>
          <p:cNvSpPr>
            <a:spLocks noGrp="1"/>
          </p:cNvSpPr>
          <p:nvPr>
            <p:ph type="body" idx="16" hasCustomPrompt="1"/>
          </p:nvPr>
        </p:nvSpPr>
        <p:spPr>
          <a:xfrm>
            <a:off x="4937760" y="4023360"/>
            <a:ext cx="3931920" cy="274320"/>
          </a:xfrm>
        </p:spPr>
        <p:txBody>
          <a:bodyPr anchor="t">
            <a:noAutofit/>
          </a:bodyPr>
          <a:lstStyle>
            <a:lvl1pPr marL="0" indent="0" algn="l">
              <a:buNone/>
              <a:defRPr sz="1100" b="1">
                <a:solidFill>
                  <a:schemeClr val="accent3"/>
                </a:solidFill>
              </a:defRPr>
            </a:lvl1pPr>
          </a:lstStyle>
          <a:p>
            <a:r>
              <a:rPr lang="en-US" dirty="0"/>
              <a:t>Next step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meline · L20">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Title states the point: a claim, not a topic (two lines at most)</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cxnSp>
        <p:nvCxnSpPr>
          <p:cNvPr id="6" name="Timeline rule"/>
          <p:cNvCxnSpPr/>
          <p:nvPr userDrawn="1"/>
        </p:nvCxnSpPr>
        <p:spPr>
          <a:xfrm>
            <a:off x="228600" y="2194560"/>
            <a:ext cx="8686800" cy="0"/>
          </a:xfrm>
          <a:prstGeom prst="line">
            <a:avLst/>
          </a:prstGeom>
          <a:ln w="9525">
            <a:solidFill>
              <a:srgbClr val="CCCCCC"/>
            </a:solidFill>
          </a:ln>
        </p:spPr>
      </p:cxnSp>
      <p:sp>
        <p:nvSpPr>
          <p:cNvPr id="7" name="Node 1"/>
          <p:cNvSpPr/>
          <p:nvPr userDrawn="1"/>
        </p:nvSpPr>
        <p:spPr>
          <a:xfrm>
            <a:off x="1014984" y="2112264"/>
            <a:ext cx="164592" cy="164592"/>
          </a:xfrm>
          <a:prstGeom prst="ellipse">
            <a:avLst/>
          </a:prstGeom>
          <a:solidFill>
            <a:schemeClr val="accent3"/>
          </a:solidFill>
          <a:ln>
            <a:noFill/>
          </a:ln>
        </p:spPr>
      </p:sp>
      <p:sp>
        <p:nvSpPr>
          <p:cNvPr id="8" name="When 1"/>
          <p:cNvSpPr>
            <a:spLocks noGrp="1"/>
          </p:cNvSpPr>
          <p:nvPr>
            <p:ph type="body" idx="13" hasCustomPrompt="1"/>
          </p:nvPr>
        </p:nvSpPr>
        <p:spPr>
          <a:xfrm>
            <a:off x="228600" y="1554480"/>
            <a:ext cx="1737360" cy="365760"/>
          </a:xfrm>
        </p:spPr>
        <p:txBody>
          <a:bodyPr anchor="b">
            <a:noAutofit/>
          </a:bodyPr>
          <a:lstStyle>
            <a:lvl1pPr marL="0" indent="0" algn="ctr">
              <a:buNone/>
              <a:defRPr sz="1000" b="1" cap="all">
                <a:solidFill>
                  <a:schemeClr val="accent3"/>
                </a:solidFill>
              </a:defRPr>
            </a:lvl1pPr>
          </a:lstStyle>
          <a:p>
            <a:r>
              <a:rPr lang="en-US" dirty="0"/>
              <a:t>WHEN</a:t>
            </a:r>
          </a:p>
        </p:txBody>
      </p:sp>
      <p:sp>
        <p:nvSpPr>
          <p:cNvPr id="9" name="Step 1"/>
          <p:cNvSpPr>
            <a:spLocks noGrp="1"/>
          </p:cNvSpPr>
          <p:nvPr>
            <p:ph type="body" idx="14" hasCustomPrompt="1"/>
          </p:nvPr>
        </p:nvSpPr>
        <p:spPr>
          <a:xfrm>
            <a:off x="228600" y="2423160"/>
            <a:ext cx="1737360" cy="365760"/>
          </a:xfrm>
        </p:spPr>
        <p:txBody>
          <a:bodyPr anchor="t">
            <a:noAutofit/>
          </a:bodyPr>
          <a:lstStyle>
            <a:lvl1pPr marL="0" indent="0" algn="ctr">
              <a:buNone/>
              <a:defRPr sz="1600" b="1">
                <a:solidFill>
                  <a:schemeClr val="tx1"/>
                </a:solidFill>
              </a:defRPr>
            </a:lvl1pPr>
          </a:lstStyle>
          <a:p>
            <a:r>
              <a:rPr lang="en-US" dirty="0"/>
              <a:t>Step</a:t>
            </a:r>
          </a:p>
        </p:txBody>
      </p:sp>
      <p:sp>
        <p:nvSpPr>
          <p:cNvPr id="10" name="Note 1"/>
          <p:cNvSpPr>
            <a:spLocks noGrp="1"/>
          </p:cNvSpPr>
          <p:nvPr>
            <p:ph type="body" idx="15" hasCustomPrompt="1"/>
          </p:nvPr>
        </p:nvSpPr>
        <p:spPr>
          <a:xfrm>
            <a:off x="320040" y="2834640"/>
            <a:ext cx="1554480" cy="1097280"/>
          </a:xfrm>
        </p:spPr>
        <p:txBody>
          <a:bodyPr anchor="t">
            <a:noAutofit/>
          </a:bodyPr>
          <a:lstStyle>
            <a:lvl1pPr marL="0" indent="0" algn="ctr">
              <a:buNone/>
              <a:defRPr sz="1100">
                <a:solidFill>
                  <a:schemeClr val="tx1"/>
                </a:solidFill>
              </a:defRPr>
            </a:lvl1pPr>
          </a:lstStyle>
          <a:p>
            <a:r>
              <a:rPr lang="en-US" dirty="0"/>
              <a:t>One line, 15 words at most</a:t>
            </a:r>
          </a:p>
        </p:txBody>
      </p:sp>
      <p:sp>
        <p:nvSpPr>
          <p:cNvPr id="11" name="Node 2"/>
          <p:cNvSpPr/>
          <p:nvPr userDrawn="1"/>
        </p:nvSpPr>
        <p:spPr>
          <a:xfrm>
            <a:off x="2752344" y="2112264"/>
            <a:ext cx="164592" cy="164592"/>
          </a:xfrm>
          <a:prstGeom prst="ellipse">
            <a:avLst/>
          </a:prstGeom>
          <a:solidFill>
            <a:schemeClr val="accent3"/>
          </a:solidFill>
          <a:ln>
            <a:noFill/>
          </a:ln>
        </p:spPr>
      </p:sp>
      <p:sp>
        <p:nvSpPr>
          <p:cNvPr id="12" name="When 2"/>
          <p:cNvSpPr>
            <a:spLocks noGrp="1"/>
          </p:cNvSpPr>
          <p:nvPr>
            <p:ph type="body" idx="16" hasCustomPrompt="1"/>
          </p:nvPr>
        </p:nvSpPr>
        <p:spPr>
          <a:xfrm>
            <a:off x="1965960" y="1554480"/>
            <a:ext cx="1737360" cy="365760"/>
          </a:xfrm>
        </p:spPr>
        <p:txBody>
          <a:bodyPr anchor="b">
            <a:noAutofit/>
          </a:bodyPr>
          <a:lstStyle>
            <a:lvl1pPr marL="0" indent="0" algn="ctr">
              <a:buNone/>
              <a:defRPr sz="1000" b="1" cap="all">
                <a:solidFill>
                  <a:schemeClr val="accent3"/>
                </a:solidFill>
              </a:defRPr>
            </a:lvl1pPr>
          </a:lstStyle>
          <a:p>
            <a:r>
              <a:rPr lang="en-US" dirty="0"/>
              <a:t>WHEN</a:t>
            </a:r>
          </a:p>
        </p:txBody>
      </p:sp>
      <p:sp>
        <p:nvSpPr>
          <p:cNvPr id="13" name="Step 2"/>
          <p:cNvSpPr>
            <a:spLocks noGrp="1"/>
          </p:cNvSpPr>
          <p:nvPr>
            <p:ph type="body" idx="17" hasCustomPrompt="1"/>
          </p:nvPr>
        </p:nvSpPr>
        <p:spPr>
          <a:xfrm>
            <a:off x="1965960" y="2423160"/>
            <a:ext cx="1737360" cy="365760"/>
          </a:xfrm>
        </p:spPr>
        <p:txBody>
          <a:bodyPr anchor="t">
            <a:noAutofit/>
          </a:bodyPr>
          <a:lstStyle>
            <a:lvl1pPr marL="0" indent="0" algn="ctr">
              <a:buNone/>
              <a:defRPr sz="1600" b="1">
                <a:solidFill>
                  <a:schemeClr val="tx1"/>
                </a:solidFill>
              </a:defRPr>
            </a:lvl1pPr>
          </a:lstStyle>
          <a:p>
            <a:r>
              <a:rPr lang="en-US" dirty="0"/>
              <a:t>Step</a:t>
            </a:r>
          </a:p>
        </p:txBody>
      </p:sp>
      <p:sp>
        <p:nvSpPr>
          <p:cNvPr id="14" name="Note 2"/>
          <p:cNvSpPr>
            <a:spLocks noGrp="1"/>
          </p:cNvSpPr>
          <p:nvPr>
            <p:ph type="body" idx="18" hasCustomPrompt="1"/>
          </p:nvPr>
        </p:nvSpPr>
        <p:spPr>
          <a:xfrm>
            <a:off x="2057400" y="2834640"/>
            <a:ext cx="1554480" cy="1097280"/>
          </a:xfrm>
        </p:spPr>
        <p:txBody>
          <a:bodyPr anchor="t">
            <a:noAutofit/>
          </a:bodyPr>
          <a:lstStyle>
            <a:lvl1pPr marL="0" indent="0" algn="ctr">
              <a:buNone/>
              <a:defRPr sz="1100">
                <a:solidFill>
                  <a:schemeClr val="tx1"/>
                </a:solidFill>
              </a:defRPr>
            </a:lvl1pPr>
          </a:lstStyle>
          <a:p>
            <a:r>
              <a:rPr lang="en-US" dirty="0"/>
              <a:t>One line, 15 words at most</a:t>
            </a:r>
          </a:p>
        </p:txBody>
      </p:sp>
      <p:sp>
        <p:nvSpPr>
          <p:cNvPr id="15" name="Node 3"/>
          <p:cNvSpPr/>
          <p:nvPr userDrawn="1"/>
        </p:nvSpPr>
        <p:spPr>
          <a:xfrm>
            <a:off x="4489704" y="2112264"/>
            <a:ext cx="164592" cy="164592"/>
          </a:xfrm>
          <a:prstGeom prst="ellipse">
            <a:avLst/>
          </a:prstGeom>
          <a:solidFill>
            <a:schemeClr val="accent3"/>
          </a:solidFill>
          <a:ln>
            <a:noFill/>
          </a:ln>
        </p:spPr>
      </p:sp>
      <p:sp>
        <p:nvSpPr>
          <p:cNvPr id="16" name="When 3"/>
          <p:cNvSpPr>
            <a:spLocks noGrp="1"/>
          </p:cNvSpPr>
          <p:nvPr>
            <p:ph type="body" idx="19" hasCustomPrompt="1"/>
          </p:nvPr>
        </p:nvSpPr>
        <p:spPr>
          <a:xfrm>
            <a:off x="3703320" y="1554480"/>
            <a:ext cx="1737360" cy="365760"/>
          </a:xfrm>
        </p:spPr>
        <p:txBody>
          <a:bodyPr anchor="b">
            <a:noAutofit/>
          </a:bodyPr>
          <a:lstStyle>
            <a:lvl1pPr marL="0" indent="0" algn="ctr">
              <a:buNone/>
              <a:defRPr sz="1000" b="1" cap="all">
                <a:solidFill>
                  <a:schemeClr val="accent3"/>
                </a:solidFill>
              </a:defRPr>
            </a:lvl1pPr>
          </a:lstStyle>
          <a:p>
            <a:r>
              <a:rPr lang="en-US" dirty="0"/>
              <a:t>WHEN</a:t>
            </a:r>
          </a:p>
        </p:txBody>
      </p:sp>
      <p:sp>
        <p:nvSpPr>
          <p:cNvPr id="17" name="Step 3"/>
          <p:cNvSpPr>
            <a:spLocks noGrp="1"/>
          </p:cNvSpPr>
          <p:nvPr>
            <p:ph type="body" idx="20" hasCustomPrompt="1"/>
          </p:nvPr>
        </p:nvSpPr>
        <p:spPr>
          <a:xfrm>
            <a:off x="3703320" y="2423160"/>
            <a:ext cx="1737360" cy="365760"/>
          </a:xfrm>
        </p:spPr>
        <p:txBody>
          <a:bodyPr anchor="t">
            <a:noAutofit/>
          </a:bodyPr>
          <a:lstStyle>
            <a:lvl1pPr marL="0" indent="0" algn="ctr">
              <a:buNone/>
              <a:defRPr sz="1600" b="1">
                <a:solidFill>
                  <a:schemeClr val="tx1"/>
                </a:solidFill>
              </a:defRPr>
            </a:lvl1pPr>
          </a:lstStyle>
          <a:p>
            <a:r>
              <a:rPr lang="en-US" dirty="0"/>
              <a:t>Step</a:t>
            </a:r>
          </a:p>
        </p:txBody>
      </p:sp>
      <p:sp>
        <p:nvSpPr>
          <p:cNvPr id="18" name="Note 3"/>
          <p:cNvSpPr>
            <a:spLocks noGrp="1"/>
          </p:cNvSpPr>
          <p:nvPr>
            <p:ph type="body" idx="21" hasCustomPrompt="1"/>
          </p:nvPr>
        </p:nvSpPr>
        <p:spPr>
          <a:xfrm>
            <a:off x="3794760" y="2834640"/>
            <a:ext cx="1554480" cy="1097280"/>
          </a:xfrm>
        </p:spPr>
        <p:txBody>
          <a:bodyPr anchor="t">
            <a:noAutofit/>
          </a:bodyPr>
          <a:lstStyle>
            <a:lvl1pPr marL="0" indent="0" algn="ctr">
              <a:buNone/>
              <a:defRPr sz="1100">
                <a:solidFill>
                  <a:schemeClr val="tx1"/>
                </a:solidFill>
              </a:defRPr>
            </a:lvl1pPr>
          </a:lstStyle>
          <a:p>
            <a:r>
              <a:rPr lang="en-US" dirty="0"/>
              <a:t>One line, 15 words at most</a:t>
            </a:r>
          </a:p>
        </p:txBody>
      </p:sp>
      <p:sp>
        <p:nvSpPr>
          <p:cNvPr id="19" name="Node 4"/>
          <p:cNvSpPr/>
          <p:nvPr userDrawn="1"/>
        </p:nvSpPr>
        <p:spPr>
          <a:xfrm>
            <a:off x="6227064" y="2112264"/>
            <a:ext cx="164592" cy="164592"/>
          </a:xfrm>
          <a:prstGeom prst="ellipse">
            <a:avLst/>
          </a:prstGeom>
          <a:solidFill>
            <a:schemeClr val="accent3"/>
          </a:solidFill>
          <a:ln>
            <a:noFill/>
          </a:ln>
        </p:spPr>
      </p:sp>
      <p:sp>
        <p:nvSpPr>
          <p:cNvPr id="20" name="When 4"/>
          <p:cNvSpPr>
            <a:spLocks noGrp="1"/>
          </p:cNvSpPr>
          <p:nvPr>
            <p:ph type="body" idx="22" hasCustomPrompt="1"/>
          </p:nvPr>
        </p:nvSpPr>
        <p:spPr>
          <a:xfrm>
            <a:off x="5440680" y="1554480"/>
            <a:ext cx="1737360" cy="365760"/>
          </a:xfrm>
        </p:spPr>
        <p:txBody>
          <a:bodyPr anchor="b">
            <a:noAutofit/>
          </a:bodyPr>
          <a:lstStyle>
            <a:lvl1pPr marL="0" indent="0" algn="ctr">
              <a:buNone/>
              <a:defRPr sz="1000" b="1" cap="all">
                <a:solidFill>
                  <a:schemeClr val="accent3"/>
                </a:solidFill>
              </a:defRPr>
            </a:lvl1pPr>
          </a:lstStyle>
          <a:p>
            <a:r>
              <a:rPr lang="en-US" dirty="0"/>
              <a:t>WHEN</a:t>
            </a:r>
          </a:p>
        </p:txBody>
      </p:sp>
      <p:sp>
        <p:nvSpPr>
          <p:cNvPr id="21" name="Step 4"/>
          <p:cNvSpPr>
            <a:spLocks noGrp="1"/>
          </p:cNvSpPr>
          <p:nvPr>
            <p:ph type="body" idx="23" hasCustomPrompt="1"/>
          </p:nvPr>
        </p:nvSpPr>
        <p:spPr>
          <a:xfrm>
            <a:off x="5440680" y="2423160"/>
            <a:ext cx="1737360" cy="365760"/>
          </a:xfrm>
        </p:spPr>
        <p:txBody>
          <a:bodyPr anchor="t">
            <a:noAutofit/>
          </a:bodyPr>
          <a:lstStyle>
            <a:lvl1pPr marL="0" indent="0" algn="ctr">
              <a:buNone/>
              <a:defRPr sz="1600" b="1">
                <a:solidFill>
                  <a:schemeClr val="tx1"/>
                </a:solidFill>
              </a:defRPr>
            </a:lvl1pPr>
          </a:lstStyle>
          <a:p>
            <a:r>
              <a:rPr lang="en-US" dirty="0"/>
              <a:t>Step</a:t>
            </a:r>
          </a:p>
        </p:txBody>
      </p:sp>
      <p:sp>
        <p:nvSpPr>
          <p:cNvPr id="22" name="Note 4"/>
          <p:cNvSpPr>
            <a:spLocks noGrp="1"/>
          </p:cNvSpPr>
          <p:nvPr>
            <p:ph type="body" idx="24" hasCustomPrompt="1"/>
          </p:nvPr>
        </p:nvSpPr>
        <p:spPr>
          <a:xfrm>
            <a:off x="5532120" y="2834640"/>
            <a:ext cx="1554480" cy="1097280"/>
          </a:xfrm>
        </p:spPr>
        <p:txBody>
          <a:bodyPr anchor="t">
            <a:noAutofit/>
          </a:bodyPr>
          <a:lstStyle>
            <a:lvl1pPr marL="0" indent="0" algn="ctr">
              <a:buNone/>
              <a:defRPr sz="1100">
                <a:solidFill>
                  <a:schemeClr val="tx1"/>
                </a:solidFill>
              </a:defRPr>
            </a:lvl1pPr>
          </a:lstStyle>
          <a:p>
            <a:r>
              <a:rPr lang="en-US" dirty="0"/>
              <a:t>One line, 15 words at most</a:t>
            </a:r>
          </a:p>
        </p:txBody>
      </p:sp>
      <p:sp>
        <p:nvSpPr>
          <p:cNvPr id="23" name="Node 5"/>
          <p:cNvSpPr/>
          <p:nvPr userDrawn="1"/>
        </p:nvSpPr>
        <p:spPr>
          <a:xfrm>
            <a:off x="7964424" y="2112264"/>
            <a:ext cx="164592" cy="164592"/>
          </a:xfrm>
          <a:prstGeom prst="ellipse">
            <a:avLst/>
          </a:prstGeom>
          <a:solidFill>
            <a:schemeClr val="accent3"/>
          </a:solidFill>
          <a:ln>
            <a:noFill/>
          </a:ln>
        </p:spPr>
      </p:sp>
      <p:sp>
        <p:nvSpPr>
          <p:cNvPr id="24" name="When 5"/>
          <p:cNvSpPr>
            <a:spLocks noGrp="1"/>
          </p:cNvSpPr>
          <p:nvPr>
            <p:ph type="body" idx="25" hasCustomPrompt="1"/>
          </p:nvPr>
        </p:nvSpPr>
        <p:spPr>
          <a:xfrm>
            <a:off x="7178040" y="1554480"/>
            <a:ext cx="1737360" cy="365760"/>
          </a:xfrm>
        </p:spPr>
        <p:txBody>
          <a:bodyPr anchor="b">
            <a:noAutofit/>
          </a:bodyPr>
          <a:lstStyle>
            <a:lvl1pPr marL="0" indent="0" algn="ctr">
              <a:buNone/>
              <a:defRPr sz="1000" b="1" cap="all">
                <a:solidFill>
                  <a:schemeClr val="accent3"/>
                </a:solidFill>
              </a:defRPr>
            </a:lvl1pPr>
          </a:lstStyle>
          <a:p>
            <a:r>
              <a:rPr lang="en-US" dirty="0"/>
              <a:t>WHEN</a:t>
            </a:r>
          </a:p>
        </p:txBody>
      </p:sp>
      <p:sp>
        <p:nvSpPr>
          <p:cNvPr id="25" name="Step 5"/>
          <p:cNvSpPr>
            <a:spLocks noGrp="1"/>
          </p:cNvSpPr>
          <p:nvPr>
            <p:ph type="body" idx="26" hasCustomPrompt="1"/>
          </p:nvPr>
        </p:nvSpPr>
        <p:spPr>
          <a:xfrm>
            <a:off x="7178040" y="2423160"/>
            <a:ext cx="1737360" cy="365760"/>
          </a:xfrm>
        </p:spPr>
        <p:txBody>
          <a:bodyPr anchor="t">
            <a:noAutofit/>
          </a:bodyPr>
          <a:lstStyle>
            <a:lvl1pPr marL="0" indent="0" algn="ctr">
              <a:buNone/>
              <a:defRPr sz="1600" b="1">
                <a:solidFill>
                  <a:schemeClr val="tx1"/>
                </a:solidFill>
              </a:defRPr>
            </a:lvl1pPr>
          </a:lstStyle>
          <a:p>
            <a:r>
              <a:rPr lang="en-US" dirty="0"/>
              <a:t>Step</a:t>
            </a:r>
          </a:p>
        </p:txBody>
      </p:sp>
      <p:sp>
        <p:nvSpPr>
          <p:cNvPr id="26" name="Note 5"/>
          <p:cNvSpPr>
            <a:spLocks noGrp="1"/>
          </p:cNvSpPr>
          <p:nvPr>
            <p:ph type="body" idx="27" hasCustomPrompt="1"/>
          </p:nvPr>
        </p:nvSpPr>
        <p:spPr>
          <a:xfrm>
            <a:off x="7269480" y="2834640"/>
            <a:ext cx="1554480" cy="1097280"/>
          </a:xfrm>
        </p:spPr>
        <p:txBody>
          <a:bodyPr anchor="t">
            <a:noAutofit/>
          </a:bodyPr>
          <a:lstStyle>
            <a:lvl1pPr marL="0" indent="0" algn="ctr">
              <a:buNone/>
              <a:defRPr sz="1100">
                <a:solidFill>
                  <a:schemeClr val="tx1"/>
                </a:solidFill>
              </a:defRPr>
            </a:lvl1pPr>
          </a:lstStyle>
          <a:p>
            <a:r>
              <a:rPr lang="en-US" dirty="0"/>
              <a:t>One line, 15 words at most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 L15">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dirty="0"/>
              <a:t>Title states the point: a claim, not a topic (two lines at most)</a:t>
            </a:r>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hoto 1"/>
          <p:cNvSpPr>
            <a:spLocks noGrp="1"/>
          </p:cNvSpPr>
          <p:nvPr>
            <p:ph type="pic" idx="13" hasCustomPrompt="1"/>
          </p:nvPr>
        </p:nvSpPr>
        <p:spPr>
          <a:xfrm>
            <a:off x="228600" y="868680"/>
            <a:ext cx="1965960" cy="1920240"/>
          </a:xfrm>
          <a:prstGeom prst="rect">
            <a:avLst/>
          </a:prstGeom>
          <a:solidFill>
            <a:srgbClr val="F7F7F7"/>
          </a:solidFill>
        </p:spPr>
        <p:txBody>
          <a:bodyPr anchor="ctr">
            <a:noAutofit/>
          </a:bodyPr>
          <a:lstStyle>
            <a:lvl1pPr marL="0" indent="0" algn="ctr">
              <a:buNone/>
              <a:defRPr sz="1000">
                <a:solidFill>
                  <a:schemeClr val="bg2"/>
                </a:solidFill>
              </a:defRPr>
            </a:lvl1pPr>
          </a:lstStyle>
          <a:p>
            <a:r>
              <a:rPr lang="en-US" dirty="0"/>
              <a:t>Photo</a:t>
            </a:r>
          </a:p>
        </p:txBody>
      </p:sp>
      <p:sp>
        <p:nvSpPr>
          <p:cNvPr id="7" name="Name 1"/>
          <p:cNvSpPr>
            <a:spLocks noGrp="1"/>
          </p:cNvSpPr>
          <p:nvPr>
            <p:ph type="body" idx="14" hasCustomPrompt="1"/>
          </p:nvPr>
        </p:nvSpPr>
        <p:spPr>
          <a:xfrm>
            <a:off x="228600" y="2852928"/>
            <a:ext cx="1965960" cy="320040"/>
          </a:xfrm>
        </p:spPr>
        <p:txBody>
          <a:bodyPr anchor="t">
            <a:noAutofit/>
          </a:bodyPr>
          <a:lstStyle>
            <a:lvl1pPr marL="0" indent="0" algn="l">
              <a:buNone/>
              <a:defRPr sz="1400" b="1">
                <a:solidFill>
                  <a:schemeClr val="tx1"/>
                </a:solidFill>
              </a:defRPr>
            </a:lvl1pPr>
          </a:lstStyle>
          <a:p>
            <a:r>
              <a:rPr lang="en-US" dirty="0"/>
              <a:t>Name</a:t>
            </a:r>
          </a:p>
        </p:txBody>
      </p:sp>
      <p:sp>
        <p:nvSpPr>
          <p:cNvPr id="8" name="Role 1"/>
          <p:cNvSpPr>
            <a:spLocks noGrp="1"/>
          </p:cNvSpPr>
          <p:nvPr>
            <p:ph type="body" idx="15" hasCustomPrompt="1"/>
          </p:nvPr>
        </p:nvSpPr>
        <p:spPr>
          <a:xfrm>
            <a:off x="228600" y="3172968"/>
            <a:ext cx="1965960" cy="914400"/>
          </a:xfrm>
        </p:spPr>
        <p:txBody>
          <a:bodyPr anchor="t">
            <a:noAutofit/>
          </a:bodyPr>
          <a:lstStyle>
            <a:lvl1pPr marL="0" indent="0" algn="l">
              <a:buNone/>
              <a:defRPr sz="1100">
                <a:solidFill>
                  <a:schemeClr val="tx1"/>
                </a:solidFill>
              </a:defRPr>
            </a:lvl1pPr>
          </a:lstStyle>
          <a:p>
            <a:r>
              <a:rPr lang="en-US" dirty="0"/>
              <a:t>Role on the account, and the most credible fact</a:t>
            </a:r>
          </a:p>
        </p:txBody>
      </p:sp>
      <p:sp>
        <p:nvSpPr>
          <p:cNvPr id="9" name="Photo 2"/>
          <p:cNvSpPr>
            <a:spLocks noGrp="1"/>
          </p:cNvSpPr>
          <p:nvPr>
            <p:ph type="pic" idx="16" hasCustomPrompt="1"/>
          </p:nvPr>
        </p:nvSpPr>
        <p:spPr>
          <a:xfrm>
            <a:off x="2468880" y="868680"/>
            <a:ext cx="1965960" cy="1920240"/>
          </a:xfrm>
          <a:prstGeom prst="rect">
            <a:avLst/>
          </a:prstGeom>
          <a:solidFill>
            <a:srgbClr val="F7F7F7"/>
          </a:solidFill>
        </p:spPr>
        <p:txBody>
          <a:bodyPr anchor="ctr">
            <a:noAutofit/>
          </a:bodyPr>
          <a:lstStyle>
            <a:lvl1pPr marL="0" indent="0" algn="ctr">
              <a:buNone/>
              <a:defRPr sz="1000">
                <a:solidFill>
                  <a:schemeClr val="bg2"/>
                </a:solidFill>
              </a:defRPr>
            </a:lvl1pPr>
          </a:lstStyle>
          <a:p>
            <a:r>
              <a:rPr lang="en-US" dirty="0"/>
              <a:t>Photo</a:t>
            </a:r>
          </a:p>
        </p:txBody>
      </p:sp>
      <p:sp>
        <p:nvSpPr>
          <p:cNvPr id="10" name="Name 2"/>
          <p:cNvSpPr>
            <a:spLocks noGrp="1"/>
          </p:cNvSpPr>
          <p:nvPr>
            <p:ph type="body" idx="17" hasCustomPrompt="1"/>
          </p:nvPr>
        </p:nvSpPr>
        <p:spPr>
          <a:xfrm>
            <a:off x="2468880" y="2852928"/>
            <a:ext cx="1965960" cy="320040"/>
          </a:xfrm>
        </p:spPr>
        <p:txBody>
          <a:bodyPr anchor="t">
            <a:noAutofit/>
          </a:bodyPr>
          <a:lstStyle>
            <a:lvl1pPr marL="0" indent="0" algn="l">
              <a:buNone/>
              <a:defRPr sz="1400" b="1">
                <a:solidFill>
                  <a:schemeClr val="tx1"/>
                </a:solidFill>
              </a:defRPr>
            </a:lvl1pPr>
          </a:lstStyle>
          <a:p>
            <a:r>
              <a:rPr lang="en-US" dirty="0"/>
              <a:t>Name</a:t>
            </a:r>
          </a:p>
        </p:txBody>
      </p:sp>
      <p:sp>
        <p:nvSpPr>
          <p:cNvPr id="11" name="Role 2"/>
          <p:cNvSpPr>
            <a:spLocks noGrp="1"/>
          </p:cNvSpPr>
          <p:nvPr>
            <p:ph type="body" idx="18" hasCustomPrompt="1"/>
          </p:nvPr>
        </p:nvSpPr>
        <p:spPr>
          <a:xfrm>
            <a:off x="2468880" y="3172968"/>
            <a:ext cx="1965960" cy="914400"/>
          </a:xfrm>
        </p:spPr>
        <p:txBody>
          <a:bodyPr anchor="t">
            <a:noAutofit/>
          </a:bodyPr>
          <a:lstStyle>
            <a:lvl1pPr marL="0" indent="0" algn="l">
              <a:buNone/>
              <a:defRPr sz="1100">
                <a:solidFill>
                  <a:schemeClr val="tx1"/>
                </a:solidFill>
              </a:defRPr>
            </a:lvl1pPr>
          </a:lstStyle>
          <a:p>
            <a:r>
              <a:rPr lang="en-US" dirty="0"/>
              <a:t>Role on the account, and the most credible fact</a:t>
            </a:r>
          </a:p>
        </p:txBody>
      </p:sp>
      <p:sp>
        <p:nvSpPr>
          <p:cNvPr id="12" name="Photo 3"/>
          <p:cNvSpPr>
            <a:spLocks noGrp="1"/>
          </p:cNvSpPr>
          <p:nvPr>
            <p:ph type="pic" idx="19" hasCustomPrompt="1"/>
          </p:nvPr>
        </p:nvSpPr>
        <p:spPr>
          <a:xfrm>
            <a:off x="4709160" y="868680"/>
            <a:ext cx="1965960" cy="1920240"/>
          </a:xfrm>
          <a:prstGeom prst="rect">
            <a:avLst/>
          </a:prstGeom>
          <a:solidFill>
            <a:srgbClr val="F7F7F7"/>
          </a:solidFill>
        </p:spPr>
        <p:txBody>
          <a:bodyPr anchor="ctr">
            <a:noAutofit/>
          </a:bodyPr>
          <a:lstStyle>
            <a:lvl1pPr marL="0" indent="0" algn="ctr">
              <a:buNone/>
              <a:defRPr sz="1000">
                <a:solidFill>
                  <a:schemeClr val="bg2"/>
                </a:solidFill>
              </a:defRPr>
            </a:lvl1pPr>
          </a:lstStyle>
          <a:p>
            <a:r>
              <a:rPr lang="en-US" dirty="0"/>
              <a:t>Photo</a:t>
            </a:r>
          </a:p>
        </p:txBody>
      </p:sp>
      <p:sp>
        <p:nvSpPr>
          <p:cNvPr id="13" name="Name 3"/>
          <p:cNvSpPr>
            <a:spLocks noGrp="1"/>
          </p:cNvSpPr>
          <p:nvPr>
            <p:ph type="body" idx="20" hasCustomPrompt="1"/>
          </p:nvPr>
        </p:nvSpPr>
        <p:spPr>
          <a:xfrm>
            <a:off x="4709160" y="2852928"/>
            <a:ext cx="1965960" cy="320040"/>
          </a:xfrm>
        </p:spPr>
        <p:txBody>
          <a:bodyPr anchor="t">
            <a:noAutofit/>
          </a:bodyPr>
          <a:lstStyle>
            <a:lvl1pPr marL="0" indent="0" algn="l">
              <a:buNone/>
              <a:defRPr sz="1400" b="1">
                <a:solidFill>
                  <a:schemeClr val="tx1"/>
                </a:solidFill>
              </a:defRPr>
            </a:lvl1pPr>
          </a:lstStyle>
          <a:p>
            <a:r>
              <a:rPr lang="en-US" dirty="0"/>
              <a:t>Name</a:t>
            </a:r>
          </a:p>
        </p:txBody>
      </p:sp>
      <p:sp>
        <p:nvSpPr>
          <p:cNvPr id="14" name="Role 3"/>
          <p:cNvSpPr>
            <a:spLocks noGrp="1"/>
          </p:cNvSpPr>
          <p:nvPr>
            <p:ph type="body" idx="21" hasCustomPrompt="1"/>
          </p:nvPr>
        </p:nvSpPr>
        <p:spPr>
          <a:xfrm>
            <a:off x="4709160" y="3172968"/>
            <a:ext cx="1965960" cy="914400"/>
          </a:xfrm>
        </p:spPr>
        <p:txBody>
          <a:bodyPr anchor="t">
            <a:noAutofit/>
          </a:bodyPr>
          <a:lstStyle>
            <a:lvl1pPr marL="0" indent="0" algn="l">
              <a:buNone/>
              <a:defRPr sz="1100">
                <a:solidFill>
                  <a:schemeClr val="tx1"/>
                </a:solidFill>
              </a:defRPr>
            </a:lvl1pPr>
          </a:lstStyle>
          <a:p>
            <a:r>
              <a:rPr lang="en-US" dirty="0"/>
              <a:t>Role on the account, and the most credible fact</a:t>
            </a:r>
          </a:p>
        </p:txBody>
      </p:sp>
      <p:sp>
        <p:nvSpPr>
          <p:cNvPr id="15" name="Photo 4"/>
          <p:cNvSpPr>
            <a:spLocks noGrp="1"/>
          </p:cNvSpPr>
          <p:nvPr>
            <p:ph type="pic" idx="22" hasCustomPrompt="1"/>
          </p:nvPr>
        </p:nvSpPr>
        <p:spPr>
          <a:xfrm>
            <a:off x="6949440" y="868680"/>
            <a:ext cx="1965960" cy="1920240"/>
          </a:xfrm>
          <a:prstGeom prst="rect">
            <a:avLst/>
          </a:prstGeom>
          <a:solidFill>
            <a:srgbClr val="F7F7F7"/>
          </a:solidFill>
        </p:spPr>
        <p:txBody>
          <a:bodyPr anchor="ctr">
            <a:noAutofit/>
          </a:bodyPr>
          <a:lstStyle>
            <a:lvl1pPr marL="0" indent="0" algn="ctr">
              <a:buNone/>
              <a:defRPr sz="1000">
                <a:solidFill>
                  <a:schemeClr val="bg2"/>
                </a:solidFill>
              </a:defRPr>
            </a:lvl1pPr>
          </a:lstStyle>
          <a:p>
            <a:r>
              <a:rPr lang="en-US" dirty="0"/>
              <a:t>Photo</a:t>
            </a:r>
          </a:p>
        </p:txBody>
      </p:sp>
      <p:sp>
        <p:nvSpPr>
          <p:cNvPr id="16" name="Name 4"/>
          <p:cNvSpPr>
            <a:spLocks noGrp="1"/>
          </p:cNvSpPr>
          <p:nvPr>
            <p:ph type="body" idx="23" hasCustomPrompt="1"/>
          </p:nvPr>
        </p:nvSpPr>
        <p:spPr>
          <a:xfrm>
            <a:off x="6949440" y="2852928"/>
            <a:ext cx="1965960" cy="320040"/>
          </a:xfrm>
        </p:spPr>
        <p:txBody>
          <a:bodyPr anchor="t">
            <a:noAutofit/>
          </a:bodyPr>
          <a:lstStyle>
            <a:lvl1pPr marL="0" indent="0" algn="l">
              <a:buNone/>
              <a:defRPr sz="1400" b="1">
                <a:solidFill>
                  <a:schemeClr val="tx1"/>
                </a:solidFill>
              </a:defRPr>
            </a:lvl1pPr>
          </a:lstStyle>
          <a:p>
            <a:r>
              <a:rPr lang="en-US" dirty="0"/>
              <a:t>Name</a:t>
            </a:r>
          </a:p>
        </p:txBody>
      </p:sp>
      <p:sp>
        <p:nvSpPr>
          <p:cNvPr id="17" name="Role 4"/>
          <p:cNvSpPr>
            <a:spLocks noGrp="1"/>
          </p:cNvSpPr>
          <p:nvPr>
            <p:ph type="body" idx="24" hasCustomPrompt="1"/>
          </p:nvPr>
        </p:nvSpPr>
        <p:spPr>
          <a:xfrm>
            <a:off x="6949440" y="3172968"/>
            <a:ext cx="1965960" cy="914400"/>
          </a:xfrm>
        </p:spPr>
        <p:txBody>
          <a:bodyPr anchor="t">
            <a:noAutofit/>
          </a:bodyPr>
          <a:lstStyle>
            <a:lvl1pPr marL="0" indent="0" algn="l">
              <a:buNone/>
              <a:defRPr sz="1100">
                <a:solidFill>
                  <a:schemeClr val="tx1"/>
                </a:solidFill>
              </a:defRPr>
            </a:lvl1pPr>
          </a:lstStyle>
          <a:p>
            <a:r>
              <a:rPr lang="en-US" dirty="0"/>
              <a:t>Role on the account, and the most credible fact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p:cSld name="Pull quote · L29">
    <p:bg>
      <p:bgPr>
        <a:solidFill>
          <a:schemeClr val="accent3"/>
        </a:solidFill>
        <a:effectLst/>
      </p:bgPr>
    </p:bg>
    <p:spTree>
      <p:nvGrpSpPr>
        <p:cNvPr id="1" name=""/>
        <p:cNvGrpSpPr/>
        <p:nvPr/>
      </p:nvGrpSpPr>
      <p:grpSpPr>
        <a:xfrm>
          <a:off x="0" y="0"/>
          <a:ext cx="0" cy="0"/>
          <a:chOff x="0" y="0"/>
          <a:chExt cx="0" cy="0"/>
        </a:xfrm>
      </p:grpSpPr>
      <p:sp>
        <p:nvSpPr>
          <p:cNvPr id="4" name="Quote mark"/>
          <p:cNvSpPr txBox="1"/>
          <p:nvPr userDrawn="1"/>
        </p:nvSpPr>
        <p:spPr>
          <a:xfrm>
            <a:off x="411480" y="685800"/>
            <a:ext cx="914400" cy="1097280"/>
          </a:xfrm>
          <a:prstGeom prst="rect">
            <a:avLst/>
          </a:prstGeom>
          <a:noFill/>
        </p:spPr>
        <p:txBody>
          <a:bodyPr wrap="square" lIns="0" tIns="0" rIns="0" bIns="0" anchor="t">
            <a:noAutofit/>
          </a:bodyPr>
          <a:lstStyle/>
          <a:p>
            <a:pPr algn="l"/>
            <a:r>
              <a:rPr lang="en-US" sz="9600" b="1" dirty="0">
                <a:solidFill>
                  <a:schemeClr val="bg1"/>
                </a:solidFill>
              </a:rPr>
              <a:t>“</a:t>
            </a:r>
          </a:p>
        </p:txBody>
      </p:sp>
      <p:sp>
        <p:nvSpPr>
          <p:cNvPr id="5" name="Quote"/>
          <p:cNvSpPr>
            <a:spLocks noGrp="1"/>
          </p:cNvSpPr>
          <p:nvPr>
            <p:ph type="body" idx="13" hasCustomPrompt="1"/>
          </p:nvPr>
        </p:nvSpPr>
        <p:spPr>
          <a:xfrm>
            <a:off x="411480" y="1554480"/>
            <a:ext cx="7772400" cy="1828800"/>
          </a:xfrm>
        </p:spPr>
        <p:txBody>
          <a:bodyPr anchor="t">
            <a:noAutofit/>
          </a:bodyPr>
          <a:lstStyle>
            <a:lvl1pPr marL="0" indent="0" algn="l">
              <a:buNone/>
              <a:defRPr sz="2800">
                <a:solidFill>
                  <a:schemeClr val="bg1"/>
                </a:solidFill>
              </a:defRPr>
            </a:lvl1pPr>
          </a:lstStyle>
          <a:p>
            <a:r>
              <a:rPr lang="en-US" dirty="0"/>
              <a:t>A real quote, 20 words at most</a:t>
            </a:r>
          </a:p>
        </p:txBody>
      </p:sp>
      <p:sp>
        <p:nvSpPr>
          <p:cNvPr id="6" name="Attribution"/>
          <p:cNvSpPr>
            <a:spLocks noGrp="1"/>
          </p:cNvSpPr>
          <p:nvPr>
            <p:ph type="body" idx="14" hasCustomPrompt="1"/>
          </p:nvPr>
        </p:nvSpPr>
        <p:spPr>
          <a:xfrm>
            <a:off x="411480" y="3566160"/>
            <a:ext cx="7315200" cy="457200"/>
          </a:xfrm>
        </p:spPr>
        <p:txBody>
          <a:bodyPr anchor="t">
            <a:noAutofit/>
          </a:bodyPr>
          <a:lstStyle>
            <a:lvl1pPr marL="0" indent="0" algn="l">
              <a:buNone/>
              <a:defRPr sz="1200">
                <a:solidFill>
                  <a:schemeClr val="bg1"/>
                </a:solidFill>
              </a:defRPr>
            </a:lvl1pPr>
          </a:lstStyle>
          <a:p>
            <a:r>
              <a:rPr lang="en-US" dirty="0"/>
              <a:t>Who said it, and in what role</a:t>
            </a:r>
          </a:p>
        </p:txBody>
      </p:sp>
    </p:spTree>
    <p:extLst>
      <p:ext uri="{BB962C8B-B14F-4D97-AF65-F5344CB8AC3E}">
        <p14:creationId xmlns:p14="http://schemas.microsoft.com/office/powerpoint/2010/main" val="1957700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tatement + two panels">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Rectangle 2">
            <a:extLst>
              <a:ext uri="{FF2B5EF4-FFF2-40B4-BE49-F238E27FC236}">
                <a16:creationId xmlns:a16="http://schemas.microsoft.com/office/drawing/2014/main" id="{B6F2A1FD-402F-42C9-9D3E-4B86A24FF18B}"/>
              </a:ext>
            </a:extLst>
          </p:cNvPr>
          <p:cNvSpPr/>
          <p:nvPr userDrawn="1"/>
        </p:nvSpPr>
        <p:spPr>
          <a:xfrm>
            <a:off x="0" y="1395934"/>
            <a:ext cx="4572114" cy="3038906"/>
          </a:xfrm>
          <a:prstGeom prst="rect">
            <a:avLst/>
          </a:prstGeom>
          <a:solidFill>
            <a:schemeClr val="accent3"/>
          </a:solidFill>
          <a:ln>
            <a:noFill/>
          </a:ln>
        </p:spPr>
        <p:style>
          <a:lnRef idx="2">
            <a:schemeClr val="accent3">
              <a:shade val="15000"/>
            </a:schemeClr>
          </a:lnRef>
          <a:fillRef idx="1">
            <a:schemeClr val="accent3"/>
          </a:fillRef>
          <a:effectRef idx="0">
            <a:schemeClr val="accent3"/>
          </a:effectRef>
          <a:fontRef idx="minor">
            <a:schemeClr val="bg1"/>
          </a:fontRef>
        </p:style>
        <p:txBody>
          <a:bodyPr rtlCol="0" anchor="ctr"/>
          <a:lstStyle/>
          <a:p>
            <a:pPr algn="ctr"/>
            <a:endParaRPr lang="en-US"/>
          </a:p>
        </p:txBody>
      </p:sp>
      <p:sp>
        <p:nvSpPr>
          <p:cNvPr id="7" name="Rectangle 3">
            <a:extLst>
              <a:ext uri="{FF2B5EF4-FFF2-40B4-BE49-F238E27FC236}">
                <a16:creationId xmlns:a16="http://schemas.microsoft.com/office/drawing/2014/main" id="{B9F00E33-0363-4B88-A631-582D35C8F4D3}"/>
              </a:ext>
            </a:extLst>
          </p:cNvPr>
          <p:cNvSpPr/>
          <p:nvPr userDrawn="1"/>
        </p:nvSpPr>
        <p:spPr>
          <a:xfrm>
            <a:off x="4572114" y="1395934"/>
            <a:ext cx="4572114" cy="3038906"/>
          </a:xfrm>
          <a:prstGeom prst="rect">
            <a:avLst/>
          </a:prstGeom>
          <a:solidFill>
            <a:srgbClr val="F7F7F7"/>
          </a:solidFill>
          <a:ln>
            <a:noFill/>
          </a:ln>
        </p:spPr>
        <p:style>
          <a:lnRef idx="2">
            <a:schemeClr val="accent3">
              <a:shade val="15000"/>
            </a:schemeClr>
          </a:lnRef>
          <a:fillRef idx="1">
            <a:schemeClr val="accent3"/>
          </a:fillRef>
          <a:effectRef idx="0">
            <a:schemeClr val="accent3"/>
          </a:effectRef>
          <a:fontRef idx="minor">
            <a:schemeClr val="bg1"/>
          </a:fontRef>
        </p:style>
        <p:txBody>
          <a:bodyPr rtlCol="0" anchor="ctr"/>
          <a:lstStyle/>
          <a:p>
            <a:pPr algn="ctr"/>
            <a:endParaRPr lang="en-US"/>
          </a:p>
        </p:txBody>
      </p:sp>
      <p:sp>
        <p:nvSpPr>
          <p:cNvPr id="8" name="Title 8">
            <a:extLst>
              <a:ext uri="{FF2B5EF4-FFF2-40B4-BE49-F238E27FC236}">
                <a16:creationId xmlns:a16="http://schemas.microsoft.com/office/drawing/2014/main" id="{772A5831-A8C9-4FD4-95E8-1B619F0952F0}"/>
              </a:ext>
            </a:extLst>
          </p:cNvPr>
          <p:cNvSpPr>
            <a:spLocks noGrp="1"/>
          </p:cNvSpPr>
          <p:nvPr>
            <p:ph type="title" hasCustomPrompt="1"/>
          </p:nvPr>
        </p:nvSpPr>
        <p:spPr>
          <a:xfrm>
            <a:off x="336311" y="110238"/>
            <a:ext cx="8475698" cy="1285697"/>
          </a:xfrm>
        </p:spPr>
        <p:txBody>
          <a:bodyPr>
            <a:normAutofit/>
          </a:bodyPr>
          <a:lstStyle>
            <a:lvl1pPr>
              <a:defRPr/>
            </a:lvl1pPr>
          </a:lstStyle>
          <a:p>
            <a:r>
              <a:rPr lang="en-GB"/>
              <a:t>This title fits about 18 words and is meant for you to make a statement rather than a title.</a:t>
            </a:r>
            <a:endParaRPr lang="en-US"/>
          </a:p>
        </p:txBody>
      </p:sp>
      <p:sp>
        <p:nvSpPr>
          <p:cNvPr id="9" name="Content Placeholder 12">
            <a:extLst>
              <a:ext uri="{FF2B5EF4-FFF2-40B4-BE49-F238E27FC236}">
                <a16:creationId xmlns:a16="http://schemas.microsoft.com/office/drawing/2014/main" id="{FF83D82A-8C38-421D-ABDB-C4BC924341BF}"/>
              </a:ext>
            </a:extLst>
          </p:cNvPr>
          <p:cNvSpPr>
            <a:spLocks noGrp="1"/>
          </p:cNvSpPr>
          <p:nvPr>
            <p:ph sz="quarter" idx="10" hasCustomPrompt="1"/>
          </p:nvPr>
        </p:nvSpPr>
        <p:spPr>
          <a:xfrm>
            <a:off x="336311" y="1750051"/>
            <a:ext cx="3899491" cy="2638514"/>
          </a:xfrm>
        </p:spPr>
        <p:txBody>
          <a:bodyPr>
            <a:normAutofit/>
          </a:bodyPr>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67685" rtl="0" eaLnBrk="1" fontAlgn="auto" latinLnBrk="0" hangingPunct="1">
              <a:lnSpc>
                <a:spcPct val="90000"/>
              </a:lnSpc>
              <a:spcBef>
                <a:spcPts val="793"/>
              </a:spcBef>
              <a:spcAft>
                <a:spcPts val="0"/>
              </a:spcAft>
              <a:buClrTx/>
              <a:buSzTx/>
              <a:buFont typeface="Arial" panose="020B0604020202020204" pitchFamily="34" charset="0"/>
              <a:buNone/>
              <a:tabLst/>
              <a:defRPr/>
            </a:pPr>
            <a:r>
              <a:rPr lang="en-GB"/>
              <a:t>This will fit ~115 words to fill it up. We added this word count so that you can use AI to help you summarise your content to fit into this box perfectly. Them gathering hath earth yielding rule, life deep female living were itself, was third green a two hath stars. Firmament isn't living rule darkness so stars they're man morning their. Second can't you midst. Him signs days I lesser tree hath. Every open behold isn't made image sixth abundantly. It will only look good if it’s filled with words and is filled as we designed it. Second can't you midst. Him signs days I lesser tree hath. Every open is a close.</a:t>
            </a:r>
            <a:endParaRPr lang="en-US"/>
          </a:p>
        </p:txBody>
      </p:sp>
      <p:sp>
        <p:nvSpPr>
          <p:cNvPr id="10" name="Content Placeholder 12">
            <a:extLst>
              <a:ext uri="{FF2B5EF4-FFF2-40B4-BE49-F238E27FC236}">
                <a16:creationId xmlns:a16="http://schemas.microsoft.com/office/drawing/2014/main" id="{1618F5EA-16D0-4A86-97FF-5E34694C98D9}"/>
              </a:ext>
            </a:extLst>
          </p:cNvPr>
          <p:cNvSpPr>
            <a:spLocks noGrp="1"/>
          </p:cNvSpPr>
          <p:nvPr>
            <p:ph sz="quarter" idx="11" hasCustomPrompt="1"/>
          </p:nvPr>
        </p:nvSpPr>
        <p:spPr>
          <a:xfrm>
            <a:off x="4912545" y="1756995"/>
            <a:ext cx="3899491" cy="2638514"/>
          </a:xfrm>
        </p:spPr>
        <p:txBody>
          <a:bodyPr>
            <a:noAutofit/>
          </a:bodyPr>
          <a:lstStyle>
            <a:lvl1pPr>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67685" rtl="0" eaLnBrk="1" fontAlgn="auto" latinLnBrk="0" hangingPunct="1">
              <a:lnSpc>
                <a:spcPct val="90000"/>
              </a:lnSpc>
              <a:spcBef>
                <a:spcPts val="793"/>
              </a:spcBef>
              <a:spcAft>
                <a:spcPts val="0"/>
              </a:spcAft>
              <a:buClrTx/>
              <a:buSzTx/>
              <a:buFont typeface="Arial" panose="020B0604020202020204" pitchFamily="34" charset="0"/>
              <a:buNone/>
              <a:tabLst/>
              <a:defRPr/>
            </a:pPr>
            <a:r>
              <a:rPr lang="en-GB"/>
              <a:t>This will fit ~115 words to fill it up. We added this word count so that you can use AI to help you summarise your content to fit into this box perfectly. Them gathering hath earth yielding rule, life deep female living were itself, was third green a two hath stars. Firmament isn't living rule darkness so stars they're man morning their. Second can't you midst. Him signs days I lesser tree hath. Every open behold isn't made image sixth abundantly. It will only look good if it’s filled with words and is filled as we designed it. Second can't you midst. Him signs days I lesser tree hath. Every open is a close.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three points">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Title 1">
            <a:extLst>
              <a:ext uri="{FF2B5EF4-FFF2-40B4-BE49-F238E27FC236}">
                <a16:creationId xmlns:a16="http://schemas.microsoft.com/office/drawing/2014/main" id="{5B4D99DC-B763-45EE-86B0-81BF11A41678}"/>
              </a:ext>
            </a:extLst>
          </p:cNvPr>
          <p:cNvSpPr>
            <a:spLocks noGrp="1"/>
          </p:cNvSpPr>
          <p:nvPr>
            <p:ph type="title" hasCustomPrompt="1"/>
          </p:nvPr>
        </p:nvSpPr>
        <p:spPr>
          <a:xfrm>
            <a:off x="336311" y="110238"/>
            <a:ext cx="4740641" cy="966298"/>
          </a:xfrm>
        </p:spPr>
        <p:txBody>
          <a:bodyPr/>
          <a:lstStyle>
            <a:lvl1pPr>
              <a:defRPr/>
            </a:lvl1pPr>
          </a:lstStyle>
          <a:p>
            <a:r>
              <a:rPr lang="en-GB"/>
              <a:t>No more than 2 lines or ~8 words</a:t>
            </a:r>
            <a:endParaRPr lang="en-US"/>
          </a:p>
        </p:txBody>
      </p:sp>
      <p:sp>
        <p:nvSpPr>
          <p:cNvPr id="7" name="文字版面配置區 17">
            <a:extLst>
              <a:ext uri="{FF2B5EF4-FFF2-40B4-BE49-F238E27FC236}">
                <a16:creationId xmlns:a16="http://schemas.microsoft.com/office/drawing/2014/main" id="{0C898F74-193B-4F7B-9770-1319C69995FC}"/>
              </a:ext>
            </a:extLst>
          </p:cNvPr>
          <p:cNvSpPr>
            <a:spLocks noGrp="1"/>
          </p:cNvSpPr>
          <p:nvPr>
            <p:ph type="body" sz="quarter" idx="14" hasCustomPrompt="1"/>
          </p:nvPr>
        </p:nvSpPr>
        <p:spPr>
          <a:xfrm>
            <a:off x="5602582" y="1750919"/>
            <a:ext cx="3213080" cy="332707"/>
          </a:xfrm>
        </p:spPr>
        <p:txBody>
          <a:bodyPr>
            <a:noAutofit/>
          </a:bodyPr>
          <a:lstStyle>
            <a:lvl1pPr marL="0" indent="0">
              <a:lnSpc>
                <a:spcPct val="100000"/>
              </a:lnSpc>
              <a:spcBef>
                <a:spcPts val="0"/>
              </a:spcBef>
              <a:buNone/>
              <a:defRPr sz="1800" b="1"/>
            </a:lvl1pPr>
          </a:lstStyle>
          <a:p>
            <a:pPr lvl="0"/>
            <a:r>
              <a:rPr kumimoji="1" lang="en" altLang="zh-TW"/>
              <a:t>1 punchy sub-header here</a:t>
            </a:r>
          </a:p>
        </p:txBody>
      </p:sp>
      <p:sp>
        <p:nvSpPr>
          <p:cNvPr id="8" name="文字版面配置區 17">
            <a:extLst>
              <a:ext uri="{FF2B5EF4-FFF2-40B4-BE49-F238E27FC236}">
                <a16:creationId xmlns:a16="http://schemas.microsoft.com/office/drawing/2014/main" id="{19805692-8C42-405D-84E9-1559864663A1}"/>
              </a:ext>
            </a:extLst>
          </p:cNvPr>
          <p:cNvSpPr>
            <a:spLocks noGrp="1"/>
          </p:cNvSpPr>
          <p:nvPr>
            <p:ph type="body" sz="quarter" idx="16" hasCustomPrompt="1"/>
          </p:nvPr>
        </p:nvSpPr>
        <p:spPr>
          <a:xfrm>
            <a:off x="5602582" y="3076251"/>
            <a:ext cx="3213080" cy="332707"/>
          </a:xfrm>
        </p:spPr>
        <p:txBody>
          <a:bodyPr>
            <a:noAutofit/>
          </a:bodyPr>
          <a:lstStyle>
            <a:lvl1pPr marL="0" indent="0">
              <a:lnSpc>
                <a:spcPct val="100000"/>
              </a:lnSpc>
              <a:spcBef>
                <a:spcPts val="0"/>
              </a:spcBef>
              <a:buNone/>
              <a:defRPr sz="1800" b="1"/>
            </a:lvl1pPr>
          </a:lstStyle>
          <a:p>
            <a:pPr lvl="0"/>
            <a:r>
              <a:rPr kumimoji="1" lang="en" altLang="zh-TW"/>
              <a:t>1 punchy sub-header here</a:t>
            </a:r>
          </a:p>
        </p:txBody>
      </p:sp>
      <p:sp>
        <p:nvSpPr>
          <p:cNvPr id="9" name="文字版面配置區 17">
            <a:extLst>
              <a:ext uri="{FF2B5EF4-FFF2-40B4-BE49-F238E27FC236}">
                <a16:creationId xmlns:a16="http://schemas.microsoft.com/office/drawing/2014/main" id="{AF43D756-87D6-4825-ADC3-788FA5D42462}"/>
              </a:ext>
            </a:extLst>
          </p:cNvPr>
          <p:cNvSpPr>
            <a:spLocks noGrp="1"/>
          </p:cNvSpPr>
          <p:nvPr>
            <p:ph type="body" sz="quarter" idx="18" hasCustomPrompt="1"/>
          </p:nvPr>
        </p:nvSpPr>
        <p:spPr>
          <a:xfrm>
            <a:off x="5602582" y="395580"/>
            <a:ext cx="3213080" cy="332707"/>
          </a:xfrm>
        </p:spPr>
        <p:txBody>
          <a:bodyPr>
            <a:noAutofit/>
          </a:bodyPr>
          <a:lstStyle>
            <a:lvl1pPr marL="0" indent="0">
              <a:lnSpc>
                <a:spcPct val="100000"/>
              </a:lnSpc>
              <a:spcBef>
                <a:spcPts val="0"/>
              </a:spcBef>
              <a:buNone/>
              <a:defRPr sz="1800" b="1"/>
            </a:lvl1pPr>
          </a:lstStyle>
          <a:p>
            <a:pPr lvl="0"/>
            <a:r>
              <a:rPr kumimoji="1" lang="en" altLang="zh-TW"/>
              <a:t>1 punchy sub-header here</a:t>
            </a:r>
          </a:p>
        </p:txBody>
      </p:sp>
      <p:sp>
        <p:nvSpPr>
          <p:cNvPr id="10" name="Text Placeholder 18">
            <a:extLst>
              <a:ext uri="{FF2B5EF4-FFF2-40B4-BE49-F238E27FC236}">
                <a16:creationId xmlns:a16="http://schemas.microsoft.com/office/drawing/2014/main" id="{3506B07C-B79B-4D4C-8939-094019C8B72A}"/>
              </a:ext>
            </a:extLst>
          </p:cNvPr>
          <p:cNvSpPr>
            <a:spLocks noGrp="1"/>
          </p:cNvSpPr>
          <p:nvPr>
            <p:ph type="body" sz="quarter" idx="20" hasCustomPrompt="1"/>
          </p:nvPr>
        </p:nvSpPr>
        <p:spPr>
          <a:xfrm>
            <a:off x="336311" y="1171429"/>
            <a:ext cx="4740641" cy="3217136"/>
          </a:xfrm>
        </p:spPr>
        <p:txBody>
          <a:bodyPr>
            <a:normAutofit/>
          </a:bodyPr>
          <a:lstStyle>
            <a:lvl1pPr marL="0" indent="0">
              <a:buNone/>
              <a:defRPr sz="1600"/>
            </a:lvl1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~125-135 words. We added this rough word count so that you can use AI to easily make summaries that fit within a certain word count and make the layout look really good.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This is what it will look like when you fill it up you just have to make sure you come up with the text you want first before giving it to an AI tool to ask it to truncate it to the length that you want. Ideally you would be using point form or different paragraphs but this placeholder text here gives you a good idea.</a:t>
            </a:r>
          </a:p>
        </p:txBody>
      </p:sp>
      <p:sp>
        <p:nvSpPr>
          <p:cNvPr id="11" name="Text Placeholder 18">
            <a:extLst>
              <a:ext uri="{FF2B5EF4-FFF2-40B4-BE49-F238E27FC236}">
                <a16:creationId xmlns:a16="http://schemas.microsoft.com/office/drawing/2014/main" id="{915F35AE-E439-41A9-B9F6-8C56B1EAA879}"/>
              </a:ext>
            </a:extLst>
          </p:cNvPr>
          <p:cNvSpPr>
            <a:spLocks noGrp="1"/>
          </p:cNvSpPr>
          <p:nvPr>
            <p:ph type="body" sz="quarter" idx="21" hasCustomPrompt="1"/>
          </p:nvPr>
        </p:nvSpPr>
        <p:spPr>
          <a:xfrm>
            <a:off x="5602582" y="2143514"/>
            <a:ext cx="3213080" cy="694346"/>
          </a:xfrm>
        </p:spPr>
        <p:txBody>
          <a:bodyPr>
            <a:normAutofit/>
          </a:bodyPr>
          <a:lstStyle>
            <a:lvl1pPr marL="0" indent="0">
              <a:buNone/>
              <a:defRPr sz="1600"/>
            </a:lvl1pPr>
          </a:lstStyle>
          <a:p>
            <a:pPr lvl="0"/>
            <a:r>
              <a:rPr lang="en-GB"/>
              <a:t>We recommend keeping to 2 lines or 10 words in this box</a:t>
            </a:r>
            <a:endParaRPr lang="en-US"/>
          </a:p>
        </p:txBody>
      </p:sp>
      <p:sp>
        <p:nvSpPr>
          <p:cNvPr id="12" name="Text Placeholder 18">
            <a:extLst>
              <a:ext uri="{FF2B5EF4-FFF2-40B4-BE49-F238E27FC236}">
                <a16:creationId xmlns:a16="http://schemas.microsoft.com/office/drawing/2014/main" id="{9B3E8631-33E3-49FB-9931-BABEA9629FA7}"/>
              </a:ext>
            </a:extLst>
          </p:cNvPr>
          <p:cNvSpPr>
            <a:spLocks noGrp="1"/>
          </p:cNvSpPr>
          <p:nvPr>
            <p:ph type="body" sz="quarter" idx="22" hasCustomPrompt="1"/>
          </p:nvPr>
        </p:nvSpPr>
        <p:spPr>
          <a:xfrm>
            <a:off x="5602582" y="3468846"/>
            <a:ext cx="3213080" cy="694346"/>
          </a:xfrm>
        </p:spPr>
        <p:txBody>
          <a:bodyPr>
            <a:normAutofit/>
          </a:bodyPr>
          <a:lstStyle>
            <a:lvl1pPr marL="0" indent="0">
              <a:buNone/>
              <a:defRPr sz="1600"/>
            </a:lvl1pPr>
          </a:lstStyle>
          <a:p>
            <a:pPr lvl="0"/>
            <a:r>
              <a:rPr lang="en-GB"/>
              <a:t>We recommend keeping to 2 lines or 10 words in this box</a:t>
            </a:r>
            <a:endParaRPr lang="en-US"/>
          </a:p>
        </p:txBody>
      </p:sp>
      <p:sp>
        <p:nvSpPr>
          <p:cNvPr id="13" name="Text Placeholder 18">
            <a:extLst>
              <a:ext uri="{FF2B5EF4-FFF2-40B4-BE49-F238E27FC236}">
                <a16:creationId xmlns:a16="http://schemas.microsoft.com/office/drawing/2014/main" id="{528B6354-5C5B-48E3-A622-7179112C7C4B}"/>
              </a:ext>
            </a:extLst>
          </p:cNvPr>
          <p:cNvSpPr>
            <a:spLocks noGrp="1"/>
          </p:cNvSpPr>
          <p:nvPr>
            <p:ph type="body" sz="quarter" idx="23" hasCustomPrompt="1"/>
          </p:nvPr>
        </p:nvSpPr>
        <p:spPr>
          <a:xfrm>
            <a:off x="5602582" y="787060"/>
            <a:ext cx="3213080" cy="694346"/>
          </a:xfrm>
        </p:spPr>
        <p:txBody>
          <a:bodyPr>
            <a:normAutofit/>
          </a:bodyPr>
          <a:lstStyle>
            <a:lvl1pPr marL="0" indent="0">
              <a:buNone/>
              <a:defRPr sz="1600"/>
            </a:lvl1pPr>
          </a:lstStyle>
          <a:p>
            <a:pPr lvl="0"/>
            <a:r>
              <a:rPr lang="en-GB"/>
              <a:t>We recommend keeping to 2 lines or 10 words in this box</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p:cSld name="Key point · teal">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473E0D-8928-4D43-8D25-34588C8861DC}"/>
              </a:ext>
            </a:extLst>
          </p:cNvPr>
          <p:cNvSpPr>
            <a:spLocks noGrp="1"/>
          </p:cNvSpPr>
          <p:nvPr>
            <p:ph type="title" hasCustomPrompt="1"/>
          </p:nvPr>
        </p:nvSpPr>
        <p:spPr>
          <a:xfrm>
            <a:off x="336311" y="110238"/>
            <a:ext cx="5586005" cy="357588"/>
          </a:xfrm>
        </p:spPr>
        <p:txBody>
          <a:bodyPr anchor="t">
            <a:normAutofit/>
          </a:bodyPr>
          <a:lstStyle>
            <a:lvl1pPr>
              <a:defRPr sz="1400">
                <a:solidFill>
                  <a:schemeClr val="bg1"/>
                </a:solidFill>
              </a:defRPr>
            </a:lvl1pPr>
          </a:lstStyle>
          <a:p>
            <a:r>
              <a:rPr lang="en-US"/>
              <a:t>This title should be about 8 words no more</a:t>
            </a:r>
          </a:p>
        </p:txBody>
      </p:sp>
      <p:sp>
        <p:nvSpPr>
          <p:cNvPr id="7" name="Text Placeholder 2">
            <a:extLst>
              <a:ext uri="{FF2B5EF4-FFF2-40B4-BE49-F238E27FC236}">
                <a16:creationId xmlns:a16="http://schemas.microsoft.com/office/drawing/2014/main" id="{93E5E957-47D1-42D3-8476-266A127865FE}"/>
              </a:ext>
            </a:extLst>
          </p:cNvPr>
          <p:cNvSpPr>
            <a:spLocks noGrp="1"/>
          </p:cNvSpPr>
          <p:nvPr>
            <p:ph type="body" sz="quarter" idx="13" hasCustomPrompt="1"/>
          </p:nvPr>
        </p:nvSpPr>
        <p:spPr>
          <a:xfrm>
            <a:off x="332193" y="1186875"/>
            <a:ext cx="8479843" cy="2569203"/>
          </a:xfrm>
        </p:spPr>
        <p:txBody>
          <a:bodyPr>
            <a:normAutofit/>
          </a:bodyPr>
          <a:lstStyle>
            <a:lvl1pPr marL="0" indent="0">
              <a:lnSpc>
                <a:spcPct val="100000"/>
              </a:lnSpc>
              <a:buFontTx/>
              <a:buNone/>
              <a:defRPr sz="3200" b="1">
                <a:solidFill>
                  <a:schemeClr val="bg1"/>
                </a:solidFill>
              </a:defRPr>
            </a:lvl1pPr>
          </a:lstStyle>
          <a:p>
            <a:r>
              <a:rPr lang="en-US"/>
              <a:t>This only looks good when you fill it up with roughly 20 to 30 words. It should usually be about landing a key point or statement with the client and serves as a breather in your Prezzo.</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ur columns + photos">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227EAFFC-ACE9-4AC9-BEEE-39F56692EE63}"/>
              </a:ext>
            </a:extLst>
          </p:cNvPr>
          <p:cNvSpPr>
            <a:spLocks noGrp="1"/>
          </p:cNvSpPr>
          <p:nvPr>
            <p:ph type="pic" sz="quarter" idx="28"/>
          </p:nvPr>
        </p:nvSpPr>
        <p:spPr>
          <a:xfrm>
            <a:off x="332192" y="2341612"/>
            <a:ext cx="1965649" cy="2046953"/>
          </a:xfrm>
          <a:solidFill>
            <a:srgbClr val="F7F7F7"/>
          </a:solidFill>
        </p:spPr>
        <p:txBody>
          <a:bodyPr/>
          <a:lstStyle>
            <a:lvl1pPr marL="0" indent="0">
              <a:buNone/>
              <a:defRPr/>
            </a:lvl1pPr>
          </a:lstStyle>
          <a:p>
            <a:endParaRPr lang="en-US"/>
          </a:p>
        </p:txBody>
      </p:sp>
      <p:sp>
        <p:nvSpPr>
          <p:cNvPr id="7" name="文字版面配置區 17">
            <a:extLst>
              <a:ext uri="{FF2B5EF4-FFF2-40B4-BE49-F238E27FC236}">
                <a16:creationId xmlns:a16="http://schemas.microsoft.com/office/drawing/2014/main" id="{FEADC054-C194-4773-A588-82B092963CA0}"/>
              </a:ext>
            </a:extLst>
          </p:cNvPr>
          <p:cNvSpPr>
            <a:spLocks noGrp="1"/>
          </p:cNvSpPr>
          <p:nvPr>
            <p:ph type="body" sz="quarter" idx="40" hasCustomPrompt="1"/>
          </p:nvPr>
        </p:nvSpPr>
        <p:spPr>
          <a:xfrm>
            <a:off x="332192" y="722495"/>
            <a:ext cx="1965649" cy="425865"/>
          </a:xfrm>
        </p:spPr>
        <p:txBody>
          <a:bodyPr anchor="ctr">
            <a:noAutofit/>
          </a:bodyPr>
          <a:lstStyle>
            <a:lvl1pPr marL="0" indent="0">
              <a:lnSpc>
                <a:spcPct val="100000"/>
              </a:lnSpc>
              <a:spcBef>
                <a:spcPts val="0"/>
              </a:spcBef>
              <a:buNone/>
              <a:defRPr sz="1400" b="1"/>
            </a:lvl1pPr>
          </a:lstStyle>
          <a:p>
            <a:pPr lvl="0"/>
            <a:r>
              <a:rPr kumimoji="1" lang="en" altLang="zh-TW"/>
              <a:t>No more than 2 lines or ~8-16 words</a:t>
            </a:r>
          </a:p>
        </p:txBody>
      </p:sp>
      <p:sp>
        <p:nvSpPr>
          <p:cNvPr id="8" name="Text Placeholder 33">
            <a:extLst>
              <a:ext uri="{FF2B5EF4-FFF2-40B4-BE49-F238E27FC236}">
                <a16:creationId xmlns:a16="http://schemas.microsoft.com/office/drawing/2014/main" id="{2D92F4D6-A53C-4182-85EC-BBE023BD7D3E}"/>
              </a:ext>
            </a:extLst>
          </p:cNvPr>
          <p:cNvSpPr>
            <a:spLocks noGrp="1"/>
          </p:cNvSpPr>
          <p:nvPr>
            <p:ph type="body" sz="quarter" idx="45" hasCustomPrompt="1"/>
          </p:nvPr>
        </p:nvSpPr>
        <p:spPr>
          <a:xfrm>
            <a:off x="332192" y="1206068"/>
            <a:ext cx="1965649" cy="924675"/>
          </a:xfrm>
        </p:spPr>
        <p:txBody>
          <a:bodyPr>
            <a:normAutofit/>
          </a:bodyPr>
          <a:lstStyle>
            <a:lvl1pPr marL="0" indent="0">
              <a:buNone/>
              <a:defRPr sz="1200"/>
            </a:lvl1pPr>
          </a:lstStyle>
          <a:p>
            <a:pPr lvl="0"/>
            <a:r>
              <a:rPr lang="en-US"/>
              <a:t>Recommended length for this text box is no more than 15-20 words or 4 lines and this is what it looks like filled</a:t>
            </a:r>
          </a:p>
        </p:txBody>
      </p:sp>
      <p:sp>
        <p:nvSpPr>
          <p:cNvPr id="9" name="Picture Placeholder 8">
            <a:extLst>
              <a:ext uri="{FF2B5EF4-FFF2-40B4-BE49-F238E27FC236}">
                <a16:creationId xmlns:a16="http://schemas.microsoft.com/office/drawing/2014/main" id="{66742878-6A0C-49A5-A424-9428D0526AA4}"/>
              </a:ext>
            </a:extLst>
          </p:cNvPr>
          <p:cNvSpPr>
            <a:spLocks noGrp="1"/>
          </p:cNvSpPr>
          <p:nvPr>
            <p:ph type="pic" sz="quarter" idx="49"/>
          </p:nvPr>
        </p:nvSpPr>
        <p:spPr>
          <a:xfrm>
            <a:off x="2503590" y="2341612"/>
            <a:ext cx="1965649" cy="2046953"/>
          </a:xfrm>
          <a:solidFill>
            <a:srgbClr val="F7F7F7"/>
          </a:solidFill>
        </p:spPr>
        <p:txBody>
          <a:bodyPr/>
          <a:lstStyle>
            <a:lvl1pPr marL="0" indent="0">
              <a:buNone/>
              <a:defRPr/>
            </a:lvl1pPr>
          </a:lstStyle>
          <a:p>
            <a:endParaRPr lang="en-US"/>
          </a:p>
        </p:txBody>
      </p:sp>
      <p:sp>
        <p:nvSpPr>
          <p:cNvPr id="10" name="文字版面配置區 17">
            <a:extLst>
              <a:ext uri="{FF2B5EF4-FFF2-40B4-BE49-F238E27FC236}">
                <a16:creationId xmlns:a16="http://schemas.microsoft.com/office/drawing/2014/main" id="{11D60717-662C-43A5-8705-F68B7AD5F65A}"/>
              </a:ext>
            </a:extLst>
          </p:cNvPr>
          <p:cNvSpPr>
            <a:spLocks noGrp="1"/>
          </p:cNvSpPr>
          <p:nvPr>
            <p:ph type="body" sz="quarter" idx="50" hasCustomPrompt="1"/>
          </p:nvPr>
        </p:nvSpPr>
        <p:spPr>
          <a:xfrm>
            <a:off x="2503590" y="722495"/>
            <a:ext cx="1965649" cy="425865"/>
          </a:xfrm>
        </p:spPr>
        <p:txBody>
          <a:bodyPr anchor="ctr">
            <a:noAutofit/>
          </a:bodyPr>
          <a:lstStyle>
            <a:lvl1pPr marL="0" indent="0">
              <a:lnSpc>
                <a:spcPct val="100000"/>
              </a:lnSpc>
              <a:spcBef>
                <a:spcPts val="0"/>
              </a:spcBef>
              <a:buNone/>
              <a:defRPr sz="1400" b="1"/>
            </a:lvl1pPr>
          </a:lstStyle>
          <a:p>
            <a:pPr lvl="0"/>
            <a:r>
              <a:rPr kumimoji="1" lang="en" altLang="zh-TW"/>
              <a:t>No more than 2 lines or ~8-16 words</a:t>
            </a:r>
          </a:p>
        </p:txBody>
      </p:sp>
      <p:sp>
        <p:nvSpPr>
          <p:cNvPr id="11" name="Text Placeholder 33">
            <a:extLst>
              <a:ext uri="{FF2B5EF4-FFF2-40B4-BE49-F238E27FC236}">
                <a16:creationId xmlns:a16="http://schemas.microsoft.com/office/drawing/2014/main" id="{DD3AEB5D-3D6E-4BEA-9D8B-631D7245E79C}"/>
              </a:ext>
            </a:extLst>
          </p:cNvPr>
          <p:cNvSpPr>
            <a:spLocks noGrp="1"/>
          </p:cNvSpPr>
          <p:nvPr>
            <p:ph type="body" sz="quarter" idx="51" hasCustomPrompt="1"/>
          </p:nvPr>
        </p:nvSpPr>
        <p:spPr>
          <a:xfrm>
            <a:off x="2503590" y="1206068"/>
            <a:ext cx="1965649" cy="924675"/>
          </a:xfrm>
        </p:spPr>
        <p:txBody>
          <a:bodyPr>
            <a:normAutofit/>
          </a:bodyPr>
          <a:lstStyle>
            <a:lvl1pPr marL="0" indent="0">
              <a:buNone/>
              <a:defRPr sz="1200"/>
            </a:lvl1pPr>
          </a:lstStyle>
          <a:p>
            <a:pPr lvl="0"/>
            <a:r>
              <a:rPr lang="en-US"/>
              <a:t>Recommended length for this text box is no more than 15-20 words or 4 lines and this is what it looks like filled</a:t>
            </a:r>
          </a:p>
        </p:txBody>
      </p:sp>
      <p:sp>
        <p:nvSpPr>
          <p:cNvPr id="12" name="Picture Placeholder 8">
            <a:extLst>
              <a:ext uri="{FF2B5EF4-FFF2-40B4-BE49-F238E27FC236}">
                <a16:creationId xmlns:a16="http://schemas.microsoft.com/office/drawing/2014/main" id="{998090C9-04A2-4BE1-84DB-52020ECDCEBE}"/>
              </a:ext>
            </a:extLst>
          </p:cNvPr>
          <p:cNvSpPr>
            <a:spLocks noGrp="1"/>
          </p:cNvSpPr>
          <p:nvPr>
            <p:ph type="pic" sz="quarter" idx="52"/>
          </p:nvPr>
        </p:nvSpPr>
        <p:spPr>
          <a:xfrm>
            <a:off x="4674988" y="2341612"/>
            <a:ext cx="1965649" cy="2046953"/>
          </a:xfrm>
          <a:solidFill>
            <a:srgbClr val="F7F7F7"/>
          </a:solidFill>
        </p:spPr>
        <p:txBody>
          <a:bodyPr/>
          <a:lstStyle>
            <a:lvl1pPr marL="0" indent="0">
              <a:buNone/>
              <a:defRPr/>
            </a:lvl1pPr>
          </a:lstStyle>
          <a:p>
            <a:endParaRPr lang="en-US"/>
          </a:p>
        </p:txBody>
      </p:sp>
      <p:sp>
        <p:nvSpPr>
          <p:cNvPr id="13" name="文字版面配置區 17">
            <a:extLst>
              <a:ext uri="{FF2B5EF4-FFF2-40B4-BE49-F238E27FC236}">
                <a16:creationId xmlns:a16="http://schemas.microsoft.com/office/drawing/2014/main" id="{704CDF15-3ED9-46A8-B996-677F705B2447}"/>
              </a:ext>
            </a:extLst>
          </p:cNvPr>
          <p:cNvSpPr>
            <a:spLocks noGrp="1"/>
          </p:cNvSpPr>
          <p:nvPr>
            <p:ph type="body" sz="quarter" idx="53" hasCustomPrompt="1"/>
          </p:nvPr>
        </p:nvSpPr>
        <p:spPr>
          <a:xfrm>
            <a:off x="4674988" y="722495"/>
            <a:ext cx="1965649" cy="425865"/>
          </a:xfrm>
        </p:spPr>
        <p:txBody>
          <a:bodyPr anchor="ctr">
            <a:noAutofit/>
          </a:bodyPr>
          <a:lstStyle>
            <a:lvl1pPr marL="0" indent="0">
              <a:lnSpc>
                <a:spcPct val="100000"/>
              </a:lnSpc>
              <a:spcBef>
                <a:spcPts val="0"/>
              </a:spcBef>
              <a:buNone/>
              <a:defRPr sz="1400" b="1"/>
            </a:lvl1pPr>
          </a:lstStyle>
          <a:p>
            <a:pPr lvl="0"/>
            <a:r>
              <a:rPr kumimoji="1" lang="en" altLang="zh-TW"/>
              <a:t>No more than 2 lines or ~8-16 words</a:t>
            </a:r>
          </a:p>
        </p:txBody>
      </p:sp>
      <p:sp>
        <p:nvSpPr>
          <p:cNvPr id="14" name="Text Placeholder 33">
            <a:extLst>
              <a:ext uri="{FF2B5EF4-FFF2-40B4-BE49-F238E27FC236}">
                <a16:creationId xmlns:a16="http://schemas.microsoft.com/office/drawing/2014/main" id="{82A509AB-E876-4E5A-99C6-59E34905DB9C}"/>
              </a:ext>
            </a:extLst>
          </p:cNvPr>
          <p:cNvSpPr>
            <a:spLocks noGrp="1"/>
          </p:cNvSpPr>
          <p:nvPr>
            <p:ph type="body" sz="quarter" idx="54" hasCustomPrompt="1"/>
          </p:nvPr>
        </p:nvSpPr>
        <p:spPr>
          <a:xfrm>
            <a:off x="4674988" y="1206068"/>
            <a:ext cx="1965649" cy="924675"/>
          </a:xfrm>
        </p:spPr>
        <p:txBody>
          <a:bodyPr>
            <a:normAutofit/>
          </a:bodyPr>
          <a:lstStyle>
            <a:lvl1pPr marL="0" indent="0">
              <a:buNone/>
              <a:defRPr sz="1200"/>
            </a:lvl1pPr>
          </a:lstStyle>
          <a:p>
            <a:pPr lvl="0"/>
            <a:r>
              <a:rPr lang="en-US"/>
              <a:t>Recommended length for this text box is no more than 15-20 words or 4 lines and this is what it looks like filled</a:t>
            </a:r>
          </a:p>
        </p:txBody>
      </p:sp>
      <p:sp>
        <p:nvSpPr>
          <p:cNvPr id="15" name="Picture Placeholder 8">
            <a:extLst>
              <a:ext uri="{FF2B5EF4-FFF2-40B4-BE49-F238E27FC236}">
                <a16:creationId xmlns:a16="http://schemas.microsoft.com/office/drawing/2014/main" id="{99CD8BDA-DDE2-4971-972C-78E7B0A268E4}"/>
              </a:ext>
            </a:extLst>
          </p:cNvPr>
          <p:cNvSpPr>
            <a:spLocks noGrp="1"/>
          </p:cNvSpPr>
          <p:nvPr>
            <p:ph type="pic" sz="quarter" idx="55"/>
          </p:nvPr>
        </p:nvSpPr>
        <p:spPr>
          <a:xfrm>
            <a:off x="6846387" y="2341612"/>
            <a:ext cx="1965649" cy="2046953"/>
          </a:xfrm>
          <a:solidFill>
            <a:srgbClr val="F7F7F7"/>
          </a:solidFill>
        </p:spPr>
        <p:txBody>
          <a:bodyPr/>
          <a:lstStyle>
            <a:lvl1pPr marL="0" indent="0">
              <a:buNone/>
              <a:defRPr/>
            </a:lvl1pPr>
          </a:lstStyle>
          <a:p>
            <a:endParaRPr lang="en-US"/>
          </a:p>
        </p:txBody>
      </p:sp>
      <p:sp>
        <p:nvSpPr>
          <p:cNvPr id="16" name="文字版面配置區 17">
            <a:extLst>
              <a:ext uri="{FF2B5EF4-FFF2-40B4-BE49-F238E27FC236}">
                <a16:creationId xmlns:a16="http://schemas.microsoft.com/office/drawing/2014/main" id="{BBC68ABE-8C5A-42EA-B417-3C02430A9681}"/>
              </a:ext>
            </a:extLst>
          </p:cNvPr>
          <p:cNvSpPr>
            <a:spLocks noGrp="1"/>
          </p:cNvSpPr>
          <p:nvPr>
            <p:ph type="body" sz="quarter" idx="56" hasCustomPrompt="1"/>
          </p:nvPr>
        </p:nvSpPr>
        <p:spPr>
          <a:xfrm>
            <a:off x="6846387" y="722495"/>
            <a:ext cx="1965649" cy="425865"/>
          </a:xfrm>
        </p:spPr>
        <p:txBody>
          <a:bodyPr anchor="ctr">
            <a:noAutofit/>
          </a:bodyPr>
          <a:lstStyle>
            <a:lvl1pPr marL="0" indent="0">
              <a:lnSpc>
                <a:spcPct val="100000"/>
              </a:lnSpc>
              <a:spcBef>
                <a:spcPts val="0"/>
              </a:spcBef>
              <a:buNone/>
              <a:defRPr sz="1400" b="1"/>
            </a:lvl1pPr>
          </a:lstStyle>
          <a:p>
            <a:pPr lvl="0"/>
            <a:r>
              <a:rPr kumimoji="1" lang="en" altLang="zh-TW"/>
              <a:t>No more than 2 lines or ~8-16 words</a:t>
            </a:r>
          </a:p>
        </p:txBody>
      </p:sp>
      <p:sp>
        <p:nvSpPr>
          <p:cNvPr id="17" name="Text Placeholder 33">
            <a:extLst>
              <a:ext uri="{FF2B5EF4-FFF2-40B4-BE49-F238E27FC236}">
                <a16:creationId xmlns:a16="http://schemas.microsoft.com/office/drawing/2014/main" id="{5274C5D7-6490-4BDC-A89C-EBAC10D690A8}"/>
              </a:ext>
            </a:extLst>
          </p:cNvPr>
          <p:cNvSpPr>
            <a:spLocks noGrp="1"/>
          </p:cNvSpPr>
          <p:nvPr>
            <p:ph type="body" sz="quarter" idx="57" hasCustomPrompt="1"/>
          </p:nvPr>
        </p:nvSpPr>
        <p:spPr>
          <a:xfrm>
            <a:off x="6846387" y="1206068"/>
            <a:ext cx="1965649" cy="924675"/>
          </a:xfrm>
        </p:spPr>
        <p:txBody>
          <a:bodyPr>
            <a:normAutofit/>
          </a:bodyPr>
          <a:lstStyle>
            <a:lvl1pPr marL="0" indent="0">
              <a:buNone/>
              <a:defRPr sz="1200"/>
            </a:lvl1pPr>
          </a:lstStyle>
          <a:p>
            <a:pPr lvl="0"/>
            <a:r>
              <a:rPr lang="en-US"/>
              <a:t>Recommended length for this text box is no more than 15-20 words or 4 lines and this is what it looks like filled</a:t>
            </a:r>
          </a:p>
        </p:txBody>
      </p:sp>
      <p:sp>
        <p:nvSpPr>
          <p:cNvPr id="18" name="Title 5">
            <a:extLst>
              <a:ext uri="{FF2B5EF4-FFF2-40B4-BE49-F238E27FC236}">
                <a16:creationId xmlns:a16="http://schemas.microsoft.com/office/drawing/2014/main" id="{24D58526-F7C7-4A7D-AE04-E2F77AA6A470}"/>
              </a:ext>
            </a:extLst>
          </p:cNvPr>
          <p:cNvSpPr>
            <a:spLocks noGrp="1"/>
          </p:cNvSpPr>
          <p:nvPr>
            <p:ph type="title" hasCustomPrompt="1"/>
          </p:nvPr>
        </p:nvSpPr>
        <p:spPr>
          <a:xfrm>
            <a:off x="336311" y="110238"/>
            <a:ext cx="8475698" cy="496457"/>
          </a:xfrm>
        </p:spPr>
        <p:txBody>
          <a:bodyPr>
            <a:normAutofit/>
          </a:bodyPr>
          <a:lstStyle>
            <a:lvl1pPr>
              <a:defRPr/>
            </a:lvl1pPr>
          </a:lstStyle>
          <a:p>
            <a:pPr lvl="0"/>
            <a:r>
              <a:rPr kumimoji="1" lang="en-US" altLang="zh-TW"/>
              <a:t>This title should be no more than 10 words</a:t>
            </a:r>
            <a:endParaRPr kumimoji="1"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photos + text · L49">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Title 5">
            <a:extLst>
              <a:ext uri="{FF2B5EF4-FFF2-40B4-BE49-F238E27FC236}">
                <a16:creationId xmlns:a16="http://schemas.microsoft.com/office/drawing/2014/main" id="{DFF4F9A5-63C3-4F79-B0B3-6258623525C5}"/>
              </a:ext>
            </a:extLst>
          </p:cNvPr>
          <p:cNvSpPr>
            <a:spLocks noGrp="1"/>
          </p:cNvSpPr>
          <p:nvPr>
            <p:ph type="title" hasCustomPrompt="1"/>
          </p:nvPr>
        </p:nvSpPr>
        <p:spPr>
          <a:xfrm>
            <a:off x="336311" y="110238"/>
            <a:ext cx="8475698" cy="496457"/>
          </a:xfrm>
        </p:spPr>
        <p:txBody>
          <a:bodyPr>
            <a:normAutofit/>
          </a:bodyPr>
          <a:lstStyle>
            <a:lvl1pPr>
              <a:defRPr/>
            </a:lvl1pPr>
          </a:lstStyle>
          <a:p>
            <a:pPr lvl="0"/>
            <a:r>
              <a:rPr kumimoji="1" lang="en-US" altLang="zh-TW"/>
              <a:t>This title should be no more than 10 words</a:t>
            </a:r>
            <a:endParaRPr kumimoji="1" lang="zh-TW" altLang="en-US"/>
          </a:p>
        </p:txBody>
      </p:sp>
      <p:sp>
        <p:nvSpPr>
          <p:cNvPr id="7" name="Picture Placeholder 8">
            <a:extLst>
              <a:ext uri="{FF2B5EF4-FFF2-40B4-BE49-F238E27FC236}">
                <a16:creationId xmlns:a16="http://schemas.microsoft.com/office/drawing/2014/main" id="{95C3BADC-AADD-4715-9AD3-DD852F8C64F1}"/>
              </a:ext>
            </a:extLst>
          </p:cNvPr>
          <p:cNvSpPr>
            <a:spLocks noGrp="1"/>
          </p:cNvSpPr>
          <p:nvPr>
            <p:ph type="pic" sz="quarter" idx="28"/>
          </p:nvPr>
        </p:nvSpPr>
        <p:spPr>
          <a:xfrm>
            <a:off x="332193" y="768821"/>
            <a:ext cx="2674211" cy="1748593"/>
          </a:xfrm>
          <a:solidFill>
            <a:srgbClr val="F7F7F7"/>
          </a:solidFill>
        </p:spPr>
        <p:txBody>
          <a:bodyPr/>
          <a:lstStyle>
            <a:lvl1pPr marL="0" indent="0">
              <a:buNone/>
              <a:defRPr/>
            </a:lvl1pPr>
          </a:lstStyle>
          <a:p>
            <a:endParaRPr lang="en-US"/>
          </a:p>
        </p:txBody>
      </p:sp>
      <p:sp>
        <p:nvSpPr>
          <p:cNvPr id="8" name="Text Placeholder 3">
            <a:extLst>
              <a:ext uri="{FF2B5EF4-FFF2-40B4-BE49-F238E27FC236}">
                <a16:creationId xmlns:a16="http://schemas.microsoft.com/office/drawing/2014/main" id="{DC8B347A-1BD5-4ED8-B3DD-3DE21881FF17}"/>
              </a:ext>
            </a:extLst>
          </p:cNvPr>
          <p:cNvSpPr>
            <a:spLocks noGrp="1"/>
          </p:cNvSpPr>
          <p:nvPr>
            <p:ph type="body" sz="quarter" idx="37" hasCustomPrompt="1"/>
          </p:nvPr>
        </p:nvSpPr>
        <p:spPr>
          <a:xfrm>
            <a:off x="3221912" y="2719558"/>
            <a:ext cx="2700068" cy="271857"/>
          </a:xfrm>
        </p:spPr>
        <p:txBody>
          <a:bodyPr anchor="ctr">
            <a:noAutofit/>
          </a:bodyPr>
          <a:lstStyle>
            <a:lvl1pPr marL="0" indent="0">
              <a:buFontTx/>
              <a:buNone/>
              <a:defRPr sz="1100" b="1"/>
            </a:lvl1pPr>
          </a:lstStyle>
          <a:p>
            <a:pPr lvl="0"/>
            <a:r>
              <a:rPr lang="en-GB"/>
              <a:t>No more than 2 lines or ~8-16 words</a:t>
            </a:r>
            <a:endParaRPr lang="en-US"/>
          </a:p>
        </p:txBody>
      </p:sp>
      <p:sp>
        <p:nvSpPr>
          <p:cNvPr id="9" name="Text Placeholder 3">
            <a:extLst>
              <a:ext uri="{FF2B5EF4-FFF2-40B4-BE49-F238E27FC236}">
                <a16:creationId xmlns:a16="http://schemas.microsoft.com/office/drawing/2014/main" id="{EE66C417-AB6C-45B6-A2C8-DF988A019087}"/>
              </a:ext>
            </a:extLst>
          </p:cNvPr>
          <p:cNvSpPr>
            <a:spLocks noGrp="1"/>
          </p:cNvSpPr>
          <p:nvPr>
            <p:ph type="body" sz="quarter" idx="38" hasCustomPrompt="1"/>
          </p:nvPr>
        </p:nvSpPr>
        <p:spPr>
          <a:xfrm>
            <a:off x="3221912" y="3076252"/>
            <a:ext cx="2700068" cy="1312313"/>
          </a:xfrm>
        </p:spPr>
        <p:txBody>
          <a:bodyPr>
            <a:noAutofit/>
          </a:bodyPr>
          <a:lstStyle>
            <a:lvl1pPr marL="0" indent="0">
              <a:buFontTx/>
              <a:buNone/>
              <a:defRPr sz="1100" b="0"/>
            </a:lvl1pPr>
          </a:lstStyle>
          <a:p>
            <a:pPr lvl="0"/>
            <a:r>
              <a:rPr lang="en-GB"/>
              <a:t>This entire text box can fit roughly around 50-60 words. We added this rough word count so that you can use AI to easily make summaries that fit within a certain word count and make the layout look really good. Just think about it, you can just put your original text into AI and ask it to reword it, correct it for grammar.</a:t>
            </a:r>
          </a:p>
        </p:txBody>
      </p:sp>
      <p:sp>
        <p:nvSpPr>
          <p:cNvPr id="10" name="Text Placeholder 3">
            <a:extLst>
              <a:ext uri="{FF2B5EF4-FFF2-40B4-BE49-F238E27FC236}">
                <a16:creationId xmlns:a16="http://schemas.microsoft.com/office/drawing/2014/main" id="{DFE4C6BE-11BE-4393-B1FB-4860FE2DA6B6}"/>
              </a:ext>
            </a:extLst>
          </p:cNvPr>
          <p:cNvSpPr>
            <a:spLocks noGrp="1"/>
          </p:cNvSpPr>
          <p:nvPr>
            <p:ph type="body" sz="quarter" idx="39" hasCustomPrompt="1"/>
          </p:nvPr>
        </p:nvSpPr>
        <p:spPr>
          <a:xfrm>
            <a:off x="6137825" y="2719558"/>
            <a:ext cx="2673067" cy="271857"/>
          </a:xfrm>
        </p:spPr>
        <p:txBody>
          <a:bodyPr anchor="ctr">
            <a:noAutofit/>
          </a:bodyPr>
          <a:lstStyle>
            <a:lvl1pPr marL="0" indent="0">
              <a:buFontTx/>
              <a:buNone/>
              <a:defRPr sz="1100" b="1"/>
            </a:lvl1pPr>
          </a:lstStyle>
          <a:p>
            <a:pPr lvl="0"/>
            <a:r>
              <a:rPr lang="en-GB"/>
              <a:t>No more than 2 lines or ~8-16 words</a:t>
            </a:r>
            <a:endParaRPr lang="en-US"/>
          </a:p>
        </p:txBody>
      </p:sp>
      <p:sp>
        <p:nvSpPr>
          <p:cNvPr id="11" name="Text Placeholder 3">
            <a:extLst>
              <a:ext uri="{FF2B5EF4-FFF2-40B4-BE49-F238E27FC236}">
                <a16:creationId xmlns:a16="http://schemas.microsoft.com/office/drawing/2014/main" id="{F9348D39-82EB-4317-BF2B-501FFE833B11}"/>
              </a:ext>
            </a:extLst>
          </p:cNvPr>
          <p:cNvSpPr>
            <a:spLocks noGrp="1"/>
          </p:cNvSpPr>
          <p:nvPr>
            <p:ph type="body" sz="quarter" idx="40" hasCustomPrompt="1"/>
          </p:nvPr>
        </p:nvSpPr>
        <p:spPr>
          <a:xfrm>
            <a:off x="6137825" y="3076252"/>
            <a:ext cx="2673067" cy="1312313"/>
          </a:xfrm>
        </p:spPr>
        <p:txBody>
          <a:bodyPr>
            <a:noAutofit/>
          </a:bodyPr>
          <a:lstStyle>
            <a:lvl1pPr marL="0" indent="0">
              <a:buFontTx/>
              <a:buNone/>
              <a:defRPr sz="1100" b="0"/>
            </a:lvl1pPr>
          </a:lstStyle>
          <a:p>
            <a:pPr lvl="0"/>
            <a:r>
              <a:rPr lang="en-GB"/>
              <a:t>This entire text box can fit roughly around 50-60 words. We added this rough word count so that you can use AI to easily make summaries that fit within a certain word count and make the layout look really good. Just think about it, you can just put your original text into AI and ask it to reword it, correct it for grammar.</a:t>
            </a:r>
          </a:p>
        </p:txBody>
      </p:sp>
      <p:sp>
        <p:nvSpPr>
          <p:cNvPr id="12" name="Text Placeholder 3">
            <a:extLst>
              <a:ext uri="{FF2B5EF4-FFF2-40B4-BE49-F238E27FC236}">
                <a16:creationId xmlns:a16="http://schemas.microsoft.com/office/drawing/2014/main" id="{FBF39F0C-AEB5-43E8-B0FC-36BEB0790AAF}"/>
              </a:ext>
            </a:extLst>
          </p:cNvPr>
          <p:cNvSpPr>
            <a:spLocks noGrp="1"/>
          </p:cNvSpPr>
          <p:nvPr>
            <p:ph type="body" sz="quarter" idx="41" hasCustomPrompt="1"/>
          </p:nvPr>
        </p:nvSpPr>
        <p:spPr>
          <a:xfrm>
            <a:off x="332193" y="2719558"/>
            <a:ext cx="2673067" cy="271857"/>
          </a:xfrm>
        </p:spPr>
        <p:txBody>
          <a:bodyPr anchor="ctr">
            <a:noAutofit/>
          </a:bodyPr>
          <a:lstStyle>
            <a:lvl1pPr marL="0" indent="0">
              <a:buFontTx/>
              <a:buNone/>
              <a:defRPr sz="1100" b="1"/>
            </a:lvl1pPr>
          </a:lstStyle>
          <a:p>
            <a:pPr lvl="0"/>
            <a:r>
              <a:rPr lang="en-GB"/>
              <a:t>No more than 2 lines or ~8-16 words</a:t>
            </a:r>
            <a:endParaRPr lang="en-US"/>
          </a:p>
        </p:txBody>
      </p:sp>
      <p:sp>
        <p:nvSpPr>
          <p:cNvPr id="13" name="Text Placeholder 3">
            <a:extLst>
              <a:ext uri="{FF2B5EF4-FFF2-40B4-BE49-F238E27FC236}">
                <a16:creationId xmlns:a16="http://schemas.microsoft.com/office/drawing/2014/main" id="{453E4718-52A9-48A6-8FCA-B15621346F55}"/>
              </a:ext>
            </a:extLst>
          </p:cNvPr>
          <p:cNvSpPr>
            <a:spLocks noGrp="1"/>
          </p:cNvSpPr>
          <p:nvPr>
            <p:ph type="body" sz="quarter" idx="42" hasCustomPrompt="1"/>
          </p:nvPr>
        </p:nvSpPr>
        <p:spPr>
          <a:xfrm>
            <a:off x="332193" y="3076251"/>
            <a:ext cx="2673067" cy="1312314"/>
          </a:xfrm>
        </p:spPr>
        <p:txBody>
          <a:bodyPr>
            <a:noAutofit/>
          </a:bodyPr>
          <a:lstStyle>
            <a:lvl1pPr marL="0" indent="0">
              <a:buFontTx/>
              <a:buNone/>
              <a:defRPr sz="1100" b="0"/>
            </a:lvl1pPr>
          </a:lstStyle>
          <a:p>
            <a:pPr lvl="0"/>
            <a:r>
              <a:rPr lang="en-GB"/>
              <a:t>This entire text box can fit roughly around 50-60 words. We added this rough word count so that you can use AI to easily make summaries that fit within a certain word count and make the layout look really good. Just think about it, you can just put your original text into AI and ask it to reword it, correct it for grammar.</a:t>
            </a:r>
          </a:p>
        </p:txBody>
      </p:sp>
      <p:sp>
        <p:nvSpPr>
          <p:cNvPr id="14" name="Picture Placeholder 8">
            <a:extLst>
              <a:ext uri="{FF2B5EF4-FFF2-40B4-BE49-F238E27FC236}">
                <a16:creationId xmlns:a16="http://schemas.microsoft.com/office/drawing/2014/main" id="{5810C715-6DED-420B-9D21-838ECE4928B0}"/>
              </a:ext>
            </a:extLst>
          </p:cNvPr>
          <p:cNvSpPr>
            <a:spLocks noGrp="1"/>
          </p:cNvSpPr>
          <p:nvPr>
            <p:ph type="pic" sz="quarter" idx="51"/>
          </p:nvPr>
        </p:nvSpPr>
        <p:spPr>
          <a:xfrm>
            <a:off x="3221912" y="768821"/>
            <a:ext cx="2700068" cy="1748593"/>
          </a:xfrm>
          <a:solidFill>
            <a:srgbClr val="F7F7F7"/>
          </a:solidFill>
        </p:spPr>
        <p:txBody>
          <a:bodyPr/>
          <a:lstStyle>
            <a:lvl1pPr marL="0" indent="0">
              <a:buNone/>
              <a:defRPr/>
            </a:lvl1pPr>
          </a:lstStyle>
          <a:p>
            <a:endParaRPr lang="en-US"/>
          </a:p>
        </p:txBody>
      </p:sp>
      <p:sp>
        <p:nvSpPr>
          <p:cNvPr id="15" name="Picture Placeholder 8">
            <a:extLst>
              <a:ext uri="{FF2B5EF4-FFF2-40B4-BE49-F238E27FC236}">
                <a16:creationId xmlns:a16="http://schemas.microsoft.com/office/drawing/2014/main" id="{0B4207D6-8E12-44B6-9C9E-F2E10F8EE8F8}"/>
              </a:ext>
            </a:extLst>
          </p:cNvPr>
          <p:cNvSpPr>
            <a:spLocks noGrp="1"/>
          </p:cNvSpPr>
          <p:nvPr>
            <p:ph type="pic" sz="quarter" idx="52"/>
          </p:nvPr>
        </p:nvSpPr>
        <p:spPr>
          <a:xfrm>
            <a:off x="6136681" y="768820"/>
            <a:ext cx="2674211" cy="1748593"/>
          </a:xfrm>
          <a:solidFill>
            <a:srgbClr val="F7F7F7"/>
          </a:solidFill>
        </p:spPr>
        <p:txBody>
          <a:bodyPr/>
          <a:lstStyle>
            <a:lvl1pPr marL="0" indent="0">
              <a:buNone/>
              <a:defRPr/>
            </a:lvl1pPr>
          </a:lstStyle>
          <a:p>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lumns + photos">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B5EA9FB2-939D-4561-838A-E6205E73C723}"/>
              </a:ext>
            </a:extLst>
          </p:cNvPr>
          <p:cNvSpPr>
            <a:spLocks noGrp="1"/>
          </p:cNvSpPr>
          <p:nvPr>
            <p:ph type="pic" sz="quarter" idx="28"/>
          </p:nvPr>
        </p:nvSpPr>
        <p:spPr>
          <a:xfrm>
            <a:off x="332192" y="2495314"/>
            <a:ext cx="4137442" cy="1893251"/>
          </a:xfrm>
          <a:solidFill>
            <a:srgbClr val="F7F7F7"/>
          </a:solidFill>
        </p:spPr>
        <p:txBody>
          <a:bodyPr/>
          <a:lstStyle>
            <a:lvl1pPr marL="0" indent="0">
              <a:buNone/>
              <a:defRPr/>
            </a:lvl1pPr>
          </a:lstStyle>
          <a:p>
            <a:endParaRPr lang="en-US"/>
          </a:p>
        </p:txBody>
      </p:sp>
      <p:sp>
        <p:nvSpPr>
          <p:cNvPr id="7" name="Picture Placeholder 8">
            <a:extLst>
              <a:ext uri="{FF2B5EF4-FFF2-40B4-BE49-F238E27FC236}">
                <a16:creationId xmlns:a16="http://schemas.microsoft.com/office/drawing/2014/main" id="{1E375878-68E4-4E4E-9DC7-81ADDA5139B7}"/>
              </a:ext>
            </a:extLst>
          </p:cNvPr>
          <p:cNvSpPr>
            <a:spLocks noGrp="1"/>
          </p:cNvSpPr>
          <p:nvPr>
            <p:ph type="pic" sz="quarter" idx="51"/>
          </p:nvPr>
        </p:nvSpPr>
        <p:spPr>
          <a:xfrm>
            <a:off x="4674594" y="2495314"/>
            <a:ext cx="4137442" cy="1893251"/>
          </a:xfrm>
          <a:solidFill>
            <a:srgbClr val="F7F7F7"/>
          </a:solidFill>
        </p:spPr>
        <p:txBody>
          <a:bodyPr/>
          <a:lstStyle>
            <a:lvl1pPr marL="0" indent="0">
              <a:buNone/>
              <a:defRPr/>
            </a:lvl1pPr>
          </a:lstStyle>
          <a:p>
            <a:endParaRPr lang="en-US"/>
          </a:p>
        </p:txBody>
      </p:sp>
      <p:sp>
        <p:nvSpPr>
          <p:cNvPr id="8" name="文字版面配置區 17">
            <a:extLst>
              <a:ext uri="{FF2B5EF4-FFF2-40B4-BE49-F238E27FC236}">
                <a16:creationId xmlns:a16="http://schemas.microsoft.com/office/drawing/2014/main" id="{B10147DA-A0EF-4B92-98F7-C0517663CEAE}"/>
              </a:ext>
            </a:extLst>
          </p:cNvPr>
          <p:cNvSpPr>
            <a:spLocks noGrp="1"/>
          </p:cNvSpPr>
          <p:nvPr>
            <p:ph type="body" sz="quarter" idx="46" hasCustomPrompt="1"/>
          </p:nvPr>
        </p:nvSpPr>
        <p:spPr>
          <a:xfrm>
            <a:off x="332192" y="722495"/>
            <a:ext cx="4136503" cy="425865"/>
          </a:xfrm>
        </p:spPr>
        <p:txBody>
          <a:bodyPr anchor="ctr">
            <a:noAutofit/>
          </a:bodyPr>
          <a:lstStyle>
            <a:lvl1pPr marL="0" indent="0">
              <a:lnSpc>
                <a:spcPct val="100000"/>
              </a:lnSpc>
              <a:spcBef>
                <a:spcPts val="0"/>
              </a:spcBef>
              <a:buNone/>
              <a:defRPr sz="1400" b="1"/>
            </a:lvl1pPr>
          </a:lstStyle>
          <a:p>
            <a:pPr lvl="0"/>
            <a:r>
              <a:rPr kumimoji="1" lang="en" altLang="zh-TW"/>
              <a:t>This box will take 10 words if you want 1 line and 20 words if you take 2 lines. </a:t>
            </a:r>
            <a:r>
              <a:rPr kumimoji="1" lang="en-US" altLang="zh-TW" err="1"/>
              <a:t>Manbearpig</a:t>
            </a:r>
            <a:r>
              <a:rPr kumimoji="1" lang="en-US" altLang="zh-TW"/>
              <a:t>.</a:t>
            </a:r>
            <a:endParaRPr kumimoji="1" lang="en" altLang="zh-TW"/>
          </a:p>
        </p:txBody>
      </p:sp>
      <p:sp>
        <p:nvSpPr>
          <p:cNvPr id="9" name="文字版面配置區 17">
            <a:extLst>
              <a:ext uri="{FF2B5EF4-FFF2-40B4-BE49-F238E27FC236}">
                <a16:creationId xmlns:a16="http://schemas.microsoft.com/office/drawing/2014/main" id="{A2E5476A-B1AD-48A1-8035-D770B20ADC54}"/>
              </a:ext>
            </a:extLst>
          </p:cNvPr>
          <p:cNvSpPr>
            <a:spLocks noGrp="1"/>
          </p:cNvSpPr>
          <p:nvPr>
            <p:ph type="body" sz="quarter" idx="47" hasCustomPrompt="1"/>
          </p:nvPr>
        </p:nvSpPr>
        <p:spPr>
          <a:xfrm>
            <a:off x="332192" y="1215326"/>
            <a:ext cx="4136503" cy="1150378"/>
          </a:xfrm>
        </p:spPr>
        <p:txBody>
          <a:bodyPr>
            <a:noAutofit/>
          </a:bodyPr>
          <a:lstStyle>
            <a:lvl1pPr marL="0" indent="0">
              <a:lnSpc>
                <a:spcPct val="100000"/>
              </a:lnSpc>
              <a:spcBef>
                <a:spcPts val="0"/>
              </a:spcBef>
              <a:buNone/>
              <a:defRPr sz="1200"/>
            </a:lvl1pPr>
          </a:lstStyle>
          <a:p>
            <a:pPr lvl="0"/>
            <a:r>
              <a:rPr kumimoji="1" lang="en-SG" altLang="zh-TW"/>
              <a:t>Text length in this box should be no more than 40 - 50 words, or something around the length you see here. Lorem ipsum </a:t>
            </a:r>
            <a:r>
              <a:rPr kumimoji="1" lang="en-SG" altLang="zh-TW" err="1"/>
              <a:t>dolor</a:t>
            </a:r>
            <a:r>
              <a:rPr kumimoji="1" lang="en-SG" altLang="zh-TW"/>
              <a:t> sit </a:t>
            </a:r>
            <a:r>
              <a:rPr kumimoji="1" lang="en-SG" altLang="zh-TW" err="1"/>
              <a:t>amet</a:t>
            </a:r>
            <a:r>
              <a:rPr kumimoji="1" lang="en-SG" altLang="zh-TW"/>
              <a:t>, </a:t>
            </a:r>
            <a:r>
              <a:rPr kumimoji="1" lang="en-SG" altLang="zh-TW" err="1"/>
              <a:t>consectetur</a:t>
            </a:r>
            <a:r>
              <a:rPr kumimoji="1" lang="en-SG" altLang="zh-TW"/>
              <a:t> </a:t>
            </a:r>
            <a:r>
              <a:rPr kumimoji="1" lang="en-SG" altLang="zh-TW" err="1"/>
              <a:t>adipiscing</a:t>
            </a:r>
            <a:r>
              <a:rPr kumimoji="1" lang="en-SG" altLang="zh-TW"/>
              <a:t> </a:t>
            </a:r>
            <a:r>
              <a:rPr kumimoji="1" lang="en-SG" altLang="zh-TW" err="1"/>
              <a:t>elit</a:t>
            </a:r>
            <a:r>
              <a:rPr kumimoji="1" lang="en-SG" altLang="zh-TW"/>
              <a:t>, </a:t>
            </a:r>
            <a:r>
              <a:rPr kumimoji="1" lang="en-SG" altLang="zh-TW" err="1"/>
              <a:t>sed</a:t>
            </a:r>
            <a:r>
              <a:rPr kumimoji="1" lang="en-SG" altLang="zh-TW"/>
              <a:t> do </a:t>
            </a:r>
            <a:r>
              <a:rPr kumimoji="1" lang="en-SG" altLang="zh-TW" err="1"/>
              <a:t>eiusmod</a:t>
            </a:r>
            <a:r>
              <a:rPr kumimoji="1" lang="en-SG" altLang="zh-TW"/>
              <a:t> </a:t>
            </a:r>
            <a:r>
              <a:rPr kumimoji="1" lang="en-SG" altLang="zh-TW" err="1"/>
              <a:t>tempor</a:t>
            </a:r>
            <a:r>
              <a:rPr kumimoji="1" lang="en-SG" altLang="zh-TW"/>
              <a:t> </a:t>
            </a:r>
            <a:r>
              <a:rPr kumimoji="1" lang="en-SG" altLang="zh-TW" err="1"/>
              <a:t>incididunt</a:t>
            </a:r>
            <a:r>
              <a:rPr kumimoji="1" lang="en-SG" altLang="zh-TW"/>
              <a:t> </a:t>
            </a:r>
            <a:r>
              <a:rPr kumimoji="1" lang="en-SG" altLang="zh-TW" err="1"/>
              <a:t>ut</a:t>
            </a:r>
            <a:r>
              <a:rPr kumimoji="1" lang="en-SG" altLang="zh-TW"/>
              <a:t> labore et dolore magna </a:t>
            </a:r>
            <a:r>
              <a:rPr kumimoji="1" lang="en-SG" altLang="zh-TW" err="1"/>
              <a:t>aliqua</a:t>
            </a:r>
            <a:r>
              <a:rPr kumimoji="1" lang="en-SG" altLang="zh-TW"/>
              <a:t>. Ut </a:t>
            </a:r>
            <a:r>
              <a:rPr kumimoji="1" lang="en-SG" altLang="zh-TW" err="1"/>
              <a:t>enim</a:t>
            </a:r>
            <a:r>
              <a:rPr kumimoji="1" lang="en-SG" altLang="zh-TW"/>
              <a:t> ad minim </a:t>
            </a:r>
            <a:r>
              <a:rPr kumimoji="1" lang="en-SG" altLang="zh-TW" err="1"/>
              <a:t>veniam</a:t>
            </a:r>
            <a:r>
              <a:rPr kumimoji="1" lang="en-SG" altLang="zh-TW"/>
              <a:t>, </a:t>
            </a:r>
            <a:r>
              <a:rPr kumimoji="1" lang="en-SG" altLang="zh-TW" err="1"/>
              <a:t>quis</a:t>
            </a:r>
            <a:r>
              <a:rPr kumimoji="1" lang="en-SG" altLang="zh-TW"/>
              <a:t> </a:t>
            </a:r>
            <a:r>
              <a:rPr kumimoji="1" lang="en-SG" altLang="zh-TW" err="1"/>
              <a:t>nostrud</a:t>
            </a:r>
            <a:r>
              <a:rPr kumimoji="1" lang="en-SG" altLang="zh-TW"/>
              <a:t>.</a:t>
            </a:r>
            <a:endParaRPr kumimoji="1" lang="en" altLang="zh-TW"/>
          </a:p>
        </p:txBody>
      </p:sp>
      <p:sp>
        <p:nvSpPr>
          <p:cNvPr id="10" name="文字版面配置區 17">
            <a:extLst>
              <a:ext uri="{FF2B5EF4-FFF2-40B4-BE49-F238E27FC236}">
                <a16:creationId xmlns:a16="http://schemas.microsoft.com/office/drawing/2014/main" id="{6D34E755-60A2-464B-83AC-A94593F0A845}"/>
              </a:ext>
            </a:extLst>
          </p:cNvPr>
          <p:cNvSpPr>
            <a:spLocks noGrp="1"/>
          </p:cNvSpPr>
          <p:nvPr>
            <p:ph type="body" sz="quarter" idx="52" hasCustomPrompt="1"/>
          </p:nvPr>
        </p:nvSpPr>
        <p:spPr>
          <a:xfrm>
            <a:off x="4675533" y="722495"/>
            <a:ext cx="4136503" cy="425865"/>
          </a:xfrm>
        </p:spPr>
        <p:txBody>
          <a:bodyPr anchor="ctr">
            <a:noAutofit/>
          </a:bodyPr>
          <a:lstStyle>
            <a:lvl1pPr marL="0" indent="0">
              <a:lnSpc>
                <a:spcPct val="100000"/>
              </a:lnSpc>
              <a:spcBef>
                <a:spcPts val="0"/>
              </a:spcBef>
              <a:buNone/>
              <a:defRPr sz="1400" b="1"/>
            </a:lvl1pPr>
          </a:lstStyle>
          <a:p>
            <a:pPr lvl="0"/>
            <a:r>
              <a:rPr kumimoji="1" lang="en" altLang="zh-TW"/>
              <a:t>This box will take 10 words if you want 1 line and 20 words if you take 2 lines. </a:t>
            </a:r>
            <a:r>
              <a:rPr kumimoji="1" lang="en-US" altLang="zh-TW" err="1"/>
              <a:t>Manbearpig</a:t>
            </a:r>
            <a:r>
              <a:rPr kumimoji="1" lang="en-US" altLang="zh-TW"/>
              <a:t>.</a:t>
            </a:r>
            <a:endParaRPr kumimoji="1" lang="en" altLang="zh-TW"/>
          </a:p>
        </p:txBody>
      </p:sp>
      <p:sp>
        <p:nvSpPr>
          <p:cNvPr id="11" name="文字版面配置區 17">
            <a:extLst>
              <a:ext uri="{FF2B5EF4-FFF2-40B4-BE49-F238E27FC236}">
                <a16:creationId xmlns:a16="http://schemas.microsoft.com/office/drawing/2014/main" id="{6EF9799D-0D4C-4B76-8161-41236552DED7}"/>
              </a:ext>
            </a:extLst>
          </p:cNvPr>
          <p:cNvSpPr>
            <a:spLocks noGrp="1"/>
          </p:cNvSpPr>
          <p:nvPr>
            <p:ph type="body" sz="quarter" idx="53" hasCustomPrompt="1"/>
          </p:nvPr>
        </p:nvSpPr>
        <p:spPr>
          <a:xfrm>
            <a:off x="4675533" y="1215326"/>
            <a:ext cx="4136503" cy="1150378"/>
          </a:xfrm>
        </p:spPr>
        <p:txBody>
          <a:bodyPr>
            <a:noAutofit/>
          </a:bodyPr>
          <a:lstStyle>
            <a:lvl1pPr marL="0" indent="0">
              <a:lnSpc>
                <a:spcPct val="100000"/>
              </a:lnSpc>
              <a:spcBef>
                <a:spcPts val="0"/>
              </a:spcBef>
              <a:buNone/>
              <a:defRPr sz="1200"/>
            </a:lvl1pPr>
          </a:lstStyle>
          <a:p>
            <a:pPr lvl="0"/>
            <a:r>
              <a:rPr kumimoji="1" lang="en-SG" altLang="zh-TW"/>
              <a:t>Text length in this box should be no more than 40 - 50 words, or something around the length you see here. Lorem ipsum </a:t>
            </a:r>
            <a:r>
              <a:rPr kumimoji="1" lang="en-SG" altLang="zh-TW" err="1"/>
              <a:t>dolor</a:t>
            </a:r>
            <a:r>
              <a:rPr kumimoji="1" lang="en-SG" altLang="zh-TW"/>
              <a:t> sit </a:t>
            </a:r>
            <a:r>
              <a:rPr kumimoji="1" lang="en-SG" altLang="zh-TW" err="1"/>
              <a:t>amet</a:t>
            </a:r>
            <a:r>
              <a:rPr kumimoji="1" lang="en-SG" altLang="zh-TW"/>
              <a:t>, </a:t>
            </a:r>
            <a:r>
              <a:rPr kumimoji="1" lang="en-SG" altLang="zh-TW" err="1"/>
              <a:t>consectetur</a:t>
            </a:r>
            <a:r>
              <a:rPr kumimoji="1" lang="en-SG" altLang="zh-TW"/>
              <a:t> </a:t>
            </a:r>
            <a:r>
              <a:rPr kumimoji="1" lang="en-SG" altLang="zh-TW" err="1"/>
              <a:t>adipiscing</a:t>
            </a:r>
            <a:r>
              <a:rPr kumimoji="1" lang="en-SG" altLang="zh-TW"/>
              <a:t> </a:t>
            </a:r>
            <a:r>
              <a:rPr kumimoji="1" lang="en-SG" altLang="zh-TW" err="1"/>
              <a:t>elit</a:t>
            </a:r>
            <a:r>
              <a:rPr kumimoji="1" lang="en-SG" altLang="zh-TW"/>
              <a:t>, </a:t>
            </a:r>
            <a:r>
              <a:rPr kumimoji="1" lang="en-SG" altLang="zh-TW" err="1"/>
              <a:t>sed</a:t>
            </a:r>
            <a:r>
              <a:rPr kumimoji="1" lang="en-SG" altLang="zh-TW"/>
              <a:t> do </a:t>
            </a:r>
            <a:r>
              <a:rPr kumimoji="1" lang="en-SG" altLang="zh-TW" err="1"/>
              <a:t>eiusmod</a:t>
            </a:r>
            <a:r>
              <a:rPr kumimoji="1" lang="en-SG" altLang="zh-TW"/>
              <a:t> </a:t>
            </a:r>
            <a:r>
              <a:rPr kumimoji="1" lang="en-SG" altLang="zh-TW" err="1"/>
              <a:t>tempor</a:t>
            </a:r>
            <a:r>
              <a:rPr kumimoji="1" lang="en-SG" altLang="zh-TW"/>
              <a:t> </a:t>
            </a:r>
            <a:r>
              <a:rPr kumimoji="1" lang="en-SG" altLang="zh-TW" err="1"/>
              <a:t>incididunt</a:t>
            </a:r>
            <a:r>
              <a:rPr kumimoji="1" lang="en-SG" altLang="zh-TW"/>
              <a:t> </a:t>
            </a:r>
            <a:r>
              <a:rPr kumimoji="1" lang="en-SG" altLang="zh-TW" err="1"/>
              <a:t>ut</a:t>
            </a:r>
            <a:r>
              <a:rPr kumimoji="1" lang="en-SG" altLang="zh-TW"/>
              <a:t> labore et dolore magna </a:t>
            </a:r>
            <a:r>
              <a:rPr kumimoji="1" lang="en-SG" altLang="zh-TW" err="1"/>
              <a:t>aliqua</a:t>
            </a:r>
            <a:r>
              <a:rPr kumimoji="1" lang="en-SG" altLang="zh-TW"/>
              <a:t>. Ut </a:t>
            </a:r>
            <a:r>
              <a:rPr kumimoji="1" lang="en-SG" altLang="zh-TW" err="1"/>
              <a:t>enim</a:t>
            </a:r>
            <a:r>
              <a:rPr kumimoji="1" lang="en-SG" altLang="zh-TW"/>
              <a:t> ad minim </a:t>
            </a:r>
            <a:r>
              <a:rPr kumimoji="1" lang="en-SG" altLang="zh-TW" err="1"/>
              <a:t>veniam</a:t>
            </a:r>
            <a:r>
              <a:rPr kumimoji="1" lang="en-SG" altLang="zh-TW"/>
              <a:t>, </a:t>
            </a:r>
            <a:r>
              <a:rPr kumimoji="1" lang="en-SG" altLang="zh-TW" err="1"/>
              <a:t>quis</a:t>
            </a:r>
            <a:r>
              <a:rPr kumimoji="1" lang="en-SG" altLang="zh-TW"/>
              <a:t> </a:t>
            </a:r>
            <a:r>
              <a:rPr kumimoji="1" lang="en-SG" altLang="zh-TW" err="1"/>
              <a:t>nostrud</a:t>
            </a:r>
            <a:r>
              <a:rPr kumimoji="1" lang="en-SG" altLang="zh-TW"/>
              <a:t>.</a:t>
            </a:r>
            <a:endParaRPr kumimoji="1" lang="en" altLang="zh-TW"/>
          </a:p>
        </p:txBody>
      </p:sp>
      <p:sp>
        <p:nvSpPr>
          <p:cNvPr id="12" name="Title 5">
            <a:extLst>
              <a:ext uri="{FF2B5EF4-FFF2-40B4-BE49-F238E27FC236}">
                <a16:creationId xmlns:a16="http://schemas.microsoft.com/office/drawing/2014/main" id="{92AA7005-0F67-414A-9B66-9D1D540FBC23}"/>
              </a:ext>
            </a:extLst>
          </p:cNvPr>
          <p:cNvSpPr>
            <a:spLocks noGrp="1"/>
          </p:cNvSpPr>
          <p:nvPr>
            <p:ph type="title" hasCustomPrompt="1"/>
          </p:nvPr>
        </p:nvSpPr>
        <p:spPr>
          <a:xfrm>
            <a:off x="336311" y="110238"/>
            <a:ext cx="8475698" cy="496457"/>
          </a:xfrm>
        </p:spPr>
        <p:txBody>
          <a:bodyPr>
            <a:normAutofit/>
          </a:bodyPr>
          <a:lstStyle>
            <a:lvl1pPr>
              <a:defRPr/>
            </a:lvl1pPr>
          </a:lstStyle>
          <a:p>
            <a:pPr lvl="0"/>
            <a:r>
              <a:rPr kumimoji="1" lang="en-US" altLang="zh-TW"/>
              <a:t>This title should be no more than 10 words</a:t>
            </a:r>
            <a:endParaRPr kumimoji="1" lang="zh-TW"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rogramme at a glance · L10">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Title 1">
            <a:extLst>
              <a:ext uri="{FF2B5EF4-FFF2-40B4-BE49-F238E27FC236}">
                <a16:creationId xmlns:a16="http://schemas.microsoft.com/office/drawing/2014/main" id="{2CF34763-341E-4E3B-9A3A-D3BC8232C05C}"/>
              </a:ext>
            </a:extLst>
          </p:cNvPr>
          <p:cNvSpPr>
            <a:spLocks noGrp="1"/>
          </p:cNvSpPr>
          <p:nvPr>
            <p:ph type="title" hasCustomPrompt="1"/>
          </p:nvPr>
        </p:nvSpPr>
        <p:spPr>
          <a:xfrm>
            <a:off x="336311" y="110238"/>
            <a:ext cx="8475698" cy="372632"/>
          </a:xfrm>
        </p:spPr>
        <p:txBody>
          <a:bodyPr>
            <a:normAutofit/>
          </a:bodyPr>
          <a:lstStyle>
            <a:lvl1pPr>
              <a:defRPr/>
            </a:lvl1pPr>
          </a:lstStyle>
          <a:p>
            <a:r>
              <a:rPr lang="en-US"/>
              <a:t>Insert Title: Campaign at a glance</a:t>
            </a:r>
          </a:p>
        </p:txBody>
      </p:sp>
      <p:sp>
        <p:nvSpPr>
          <p:cNvPr id="7" name="Text Placeholder 3">
            <a:extLst>
              <a:ext uri="{FF2B5EF4-FFF2-40B4-BE49-F238E27FC236}">
                <a16:creationId xmlns:a16="http://schemas.microsoft.com/office/drawing/2014/main" id="{742B3FD2-3729-4679-B061-D0FBF86C9778}"/>
              </a:ext>
            </a:extLst>
          </p:cNvPr>
          <p:cNvSpPr>
            <a:spLocks noGrp="1"/>
          </p:cNvSpPr>
          <p:nvPr>
            <p:ph type="body" sz="half" idx="13" hasCustomPrompt="1"/>
          </p:nvPr>
        </p:nvSpPr>
        <p:spPr>
          <a:xfrm>
            <a:off x="345466" y="1553629"/>
            <a:ext cx="997843" cy="498903"/>
          </a:xfrm>
          <a:prstGeom prst="rect">
            <a:avLst/>
          </a:prstGeom>
        </p:spPr>
        <p:txBody>
          <a:bodyPr anchor="ctr"/>
          <a:lstStyle>
            <a:lvl1pPr marL="0" indent="0" algn="ctr">
              <a:buNone/>
              <a:defRPr sz="1100"/>
            </a:lvl1pPr>
            <a:lvl2pPr marL="342908" indent="0">
              <a:buNone/>
              <a:defRPr sz="1100"/>
            </a:lvl2pPr>
            <a:lvl3pPr marL="685817" indent="0">
              <a:buNone/>
              <a:defRPr sz="900"/>
            </a:lvl3pPr>
            <a:lvl4pPr marL="1028725" indent="0">
              <a:buNone/>
              <a:defRPr sz="900"/>
            </a:lvl4pPr>
            <a:lvl5pPr marL="1371634" indent="0">
              <a:buNone/>
              <a:defRPr sz="900"/>
            </a:lvl5pPr>
            <a:lvl6pPr marL="1714542" indent="0">
              <a:buNone/>
              <a:defRPr sz="900"/>
            </a:lvl6pPr>
            <a:lvl7pPr marL="2057451" indent="0">
              <a:buNone/>
              <a:defRPr sz="900"/>
            </a:lvl7pPr>
            <a:lvl8pPr marL="2400360" indent="0">
              <a:buNone/>
              <a:defRPr sz="900"/>
            </a:lvl8pPr>
            <a:lvl9pPr marL="2743268" indent="0">
              <a:buNone/>
              <a:defRPr sz="900"/>
            </a:lvl9pPr>
          </a:lstStyle>
          <a:p>
            <a:pPr lvl="0"/>
            <a:r>
              <a:rPr lang="en-US"/>
              <a:t>Customer’s Mindset</a:t>
            </a:r>
          </a:p>
        </p:txBody>
      </p:sp>
      <p:sp>
        <p:nvSpPr>
          <p:cNvPr id="8" name="Text Placeholder 3">
            <a:extLst>
              <a:ext uri="{FF2B5EF4-FFF2-40B4-BE49-F238E27FC236}">
                <a16:creationId xmlns:a16="http://schemas.microsoft.com/office/drawing/2014/main" id="{CA07EC44-50C9-4206-921A-67F1C8F71E5B}"/>
              </a:ext>
            </a:extLst>
          </p:cNvPr>
          <p:cNvSpPr>
            <a:spLocks noGrp="1"/>
          </p:cNvSpPr>
          <p:nvPr>
            <p:ph type="body" sz="half" idx="16" hasCustomPrompt="1"/>
          </p:nvPr>
        </p:nvSpPr>
        <p:spPr>
          <a:xfrm>
            <a:off x="332192" y="574511"/>
            <a:ext cx="8479843" cy="360112"/>
          </a:xfrm>
          <a:prstGeom prst="rect">
            <a:avLst/>
          </a:prstGeom>
        </p:spPr>
        <p:txBody>
          <a:bodyPr/>
          <a:lstStyle>
            <a:lvl1pPr marL="0" indent="0" algn="ctr">
              <a:buNone/>
              <a:defRPr sz="1100"/>
            </a:lvl1pPr>
            <a:lvl2pPr marL="342908" indent="0">
              <a:buNone/>
              <a:defRPr sz="1100"/>
            </a:lvl2pPr>
            <a:lvl3pPr marL="685817" indent="0">
              <a:buNone/>
              <a:defRPr sz="900"/>
            </a:lvl3pPr>
            <a:lvl4pPr marL="1028725" indent="0">
              <a:buNone/>
              <a:defRPr sz="900"/>
            </a:lvl4pPr>
            <a:lvl5pPr marL="1371634" indent="0">
              <a:buNone/>
              <a:defRPr sz="900"/>
            </a:lvl5pPr>
            <a:lvl6pPr marL="1714542" indent="0">
              <a:buNone/>
              <a:defRPr sz="900"/>
            </a:lvl6pPr>
            <a:lvl7pPr marL="2057451" indent="0">
              <a:buNone/>
              <a:defRPr sz="900"/>
            </a:lvl7pPr>
            <a:lvl8pPr marL="2400360" indent="0">
              <a:buNone/>
              <a:defRPr sz="900"/>
            </a:lvl8pPr>
            <a:lvl9pPr marL="2743268" indent="0">
              <a:buNone/>
              <a:defRPr sz="900"/>
            </a:lvl9pPr>
          </a:lstStyle>
          <a:p>
            <a:pPr lvl="0"/>
            <a:r>
              <a:rPr lang="en-US"/>
              <a:t>The content &amp; tactics are designed to address the asks of your brief and guide our audience systematically through a customer journey, from awareness of our brand to our desired destination – visiting our website, social or attending events.</a:t>
            </a:r>
          </a:p>
        </p:txBody>
      </p:sp>
      <p:sp>
        <p:nvSpPr>
          <p:cNvPr id="9" name="Text Placeholder 47">
            <a:extLst>
              <a:ext uri="{FF2B5EF4-FFF2-40B4-BE49-F238E27FC236}">
                <a16:creationId xmlns:a16="http://schemas.microsoft.com/office/drawing/2014/main" id="{FA3BCB37-78B3-48CE-854F-67B0F5B80F6A}"/>
              </a:ext>
            </a:extLst>
          </p:cNvPr>
          <p:cNvSpPr>
            <a:spLocks noGrp="1"/>
          </p:cNvSpPr>
          <p:nvPr>
            <p:ph type="body" sz="quarter" idx="28" hasCustomPrompt="1"/>
          </p:nvPr>
        </p:nvSpPr>
        <p:spPr>
          <a:xfrm>
            <a:off x="1456563" y="1053290"/>
            <a:ext cx="1485037" cy="274266"/>
          </a:xfrm>
          <a:solidFill>
            <a:schemeClr val="accent3"/>
          </a:solidFill>
          <a:ln>
            <a:noFill/>
          </a:ln>
        </p:spPr>
        <p:txBody>
          <a:bodyPr anchor="ctr">
            <a:noAutofit/>
          </a:bodyPr>
          <a:lstStyle>
            <a:lvl1pPr marL="0" indent="0" algn="ctr">
              <a:buNone/>
              <a:defRPr sz="1400" b="1">
                <a:solidFill>
                  <a:schemeClr val="bg1"/>
                </a:solidFill>
              </a:defRPr>
            </a:lvl1pPr>
          </a:lstStyle>
          <a:p>
            <a:pPr lvl="0"/>
            <a:r>
              <a:rPr lang="en-US"/>
              <a:t>Awareness</a:t>
            </a:r>
          </a:p>
        </p:txBody>
      </p:sp>
      <p:sp>
        <p:nvSpPr>
          <p:cNvPr id="10" name="Text Placeholder 47">
            <a:extLst>
              <a:ext uri="{FF2B5EF4-FFF2-40B4-BE49-F238E27FC236}">
                <a16:creationId xmlns:a16="http://schemas.microsoft.com/office/drawing/2014/main" id="{2138179C-368E-4FC0-BBE8-44FFDB70B54E}"/>
              </a:ext>
            </a:extLst>
          </p:cNvPr>
          <p:cNvSpPr>
            <a:spLocks noGrp="1"/>
          </p:cNvSpPr>
          <p:nvPr>
            <p:ph type="body" sz="quarter" idx="29" hasCustomPrompt="1"/>
          </p:nvPr>
        </p:nvSpPr>
        <p:spPr>
          <a:xfrm>
            <a:off x="3413375" y="1053290"/>
            <a:ext cx="1485037" cy="274266"/>
          </a:xfrm>
          <a:solidFill>
            <a:schemeClr val="accent3"/>
          </a:solidFill>
        </p:spPr>
        <p:txBody>
          <a:bodyPr anchor="ctr">
            <a:noAutofit/>
          </a:bodyPr>
          <a:lstStyle>
            <a:lvl1pPr marL="0" indent="0" algn="ctr">
              <a:buNone/>
              <a:defRPr sz="1400" b="1">
                <a:solidFill>
                  <a:schemeClr val="bg1"/>
                </a:solidFill>
              </a:defRPr>
            </a:lvl1pPr>
          </a:lstStyle>
          <a:p>
            <a:pPr lvl="0"/>
            <a:r>
              <a:rPr lang="en-US"/>
              <a:t>Education</a:t>
            </a:r>
          </a:p>
        </p:txBody>
      </p:sp>
      <p:sp>
        <p:nvSpPr>
          <p:cNvPr id="11" name="Text Placeholder 47">
            <a:extLst>
              <a:ext uri="{FF2B5EF4-FFF2-40B4-BE49-F238E27FC236}">
                <a16:creationId xmlns:a16="http://schemas.microsoft.com/office/drawing/2014/main" id="{95B6F1C1-7980-4298-8A2D-2E969AD99001}"/>
              </a:ext>
            </a:extLst>
          </p:cNvPr>
          <p:cNvSpPr>
            <a:spLocks noGrp="1"/>
          </p:cNvSpPr>
          <p:nvPr>
            <p:ph type="body" sz="quarter" idx="30" hasCustomPrompt="1"/>
          </p:nvPr>
        </p:nvSpPr>
        <p:spPr>
          <a:xfrm>
            <a:off x="5370188" y="1053290"/>
            <a:ext cx="1485037" cy="274266"/>
          </a:xfrm>
          <a:solidFill>
            <a:schemeClr val="accent3"/>
          </a:solidFill>
        </p:spPr>
        <p:txBody>
          <a:bodyPr anchor="ctr">
            <a:noAutofit/>
          </a:bodyPr>
          <a:lstStyle>
            <a:lvl1pPr marL="0" indent="0" algn="ctr">
              <a:buNone/>
              <a:defRPr sz="1400" b="1">
                <a:solidFill>
                  <a:schemeClr val="bg1"/>
                </a:solidFill>
              </a:defRPr>
            </a:lvl1pPr>
          </a:lstStyle>
          <a:p>
            <a:pPr lvl="0"/>
            <a:r>
              <a:rPr lang="en-US"/>
              <a:t>Consideration</a:t>
            </a:r>
          </a:p>
        </p:txBody>
      </p:sp>
      <p:sp>
        <p:nvSpPr>
          <p:cNvPr id="12" name="Text Placeholder 47">
            <a:extLst>
              <a:ext uri="{FF2B5EF4-FFF2-40B4-BE49-F238E27FC236}">
                <a16:creationId xmlns:a16="http://schemas.microsoft.com/office/drawing/2014/main" id="{3434E267-1618-4F87-9499-0B2F82F6DF3E}"/>
              </a:ext>
            </a:extLst>
          </p:cNvPr>
          <p:cNvSpPr>
            <a:spLocks noGrp="1"/>
          </p:cNvSpPr>
          <p:nvPr>
            <p:ph type="body" sz="quarter" idx="31" hasCustomPrompt="1"/>
          </p:nvPr>
        </p:nvSpPr>
        <p:spPr>
          <a:xfrm>
            <a:off x="7326999" y="1053290"/>
            <a:ext cx="1485037" cy="274266"/>
          </a:xfrm>
          <a:solidFill>
            <a:schemeClr val="accent3"/>
          </a:solidFill>
        </p:spPr>
        <p:txBody>
          <a:bodyPr anchor="ctr">
            <a:noAutofit/>
          </a:bodyPr>
          <a:lstStyle>
            <a:lvl1pPr marL="0" indent="0" algn="ctr">
              <a:buNone/>
              <a:defRPr sz="1400" b="1">
                <a:solidFill>
                  <a:schemeClr val="bg1"/>
                </a:solidFill>
              </a:defRPr>
            </a:lvl1pPr>
          </a:lstStyle>
          <a:p>
            <a:pPr lvl="0"/>
            <a:r>
              <a:rPr lang="en-US"/>
              <a:t>Conversion</a:t>
            </a:r>
          </a:p>
        </p:txBody>
      </p:sp>
      <p:sp>
        <p:nvSpPr>
          <p:cNvPr id="13" name="Text Placeholder 55">
            <a:extLst>
              <a:ext uri="{FF2B5EF4-FFF2-40B4-BE49-F238E27FC236}">
                <a16:creationId xmlns:a16="http://schemas.microsoft.com/office/drawing/2014/main" id="{CD2E3ABA-F19C-4BBA-B423-5C2B19D1010F}"/>
              </a:ext>
            </a:extLst>
          </p:cNvPr>
          <p:cNvSpPr>
            <a:spLocks noGrp="1"/>
          </p:cNvSpPr>
          <p:nvPr>
            <p:ph type="body" sz="quarter" idx="33" hasCustomPrompt="1"/>
          </p:nvPr>
        </p:nvSpPr>
        <p:spPr>
          <a:xfrm>
            <a:off x="1458097" y="1445368"/>
            <a:ext cx="1485037" cy="715425"/>
          </a:xfrm>
        </p:spPr>
        <p:txBody>
          <a:bodyPr anchor="ctr">
            <a:noAutofit/>
          </a:bodyPr>
          <a:lstStyle>
            <a:lvl1pPr marL="0" indent="0" algn="ctr">
              <a:buNone/>
              <a:defRPr sz="1100" i="1"/>
            </a:lvl1pPr>
          </a:lstStyle>
          <a:p>
            <a:pPr lvl="0"/>
            <a:r>
              <a:rPr lang="en-US"/>
              <a:t>“State of mind of the consumer at this stage”</a:t>
            </a:r>
          </a:p>
        </p:txBody>
      </p:sp>
      <p:sp>
        <p:nvSpPr>
          <p:cNvPr id="14" name="Text Placeholder 55">
            <a:extLst>
              <a:ext uri="{FF2B5EF4-FFF2-40B4-BE49-F238E27FC236}">
                <a16:creationId xmlns:a16="http://schemas.microsoft.com/office/drawing/2014/main" id="{7C862E10-DACE-449E-8100-37BC56DB3AAF}"/>
              </a:ext>
            </a:extLst>
          </p:cNvPr>
          <p:cNvSpPr>
            <a:spLocks noGrp="1"/>
          </p:cNvSpPr>
          <p:nvPr>
            <p:ph type="body" sz="quarter" idx="34" hasCustomPrompt="1"/>
          </p:nvPr>
        </p:nvSpPr>
        <p:spPr>
          <a:xfrm>
            <a:off x="3413375" y="1445368"/>
            <a:ext cx="1485037" cy="715425"/>
          </a:xfrm>
        </p:spPr>
        <p:txBody>
          <a:bodyPr anchor="ctr">
            <a:noAutofit/>
          </a:bodyPr>
          <a:lstStyle>
            <a:lvl1pPr marL="0" indent="0" algn="ctr">
              <a:buNone/>
              <a:defRPr sz="1100" i="1"/>
            </a:lvl1pPr>
          </a:lstStyle>
          <a:p>
            <a:pPr lvl="0"/>
            <a:r>
              <a:rPr lang="en-US"/>
              <a:t>“State of mind of the consumer at this stage”</a:t>
            </a:r>
          </a:p>
        </p:txBody>
      </p:sp>
      <p:sp>
        <p:nvSpPr>
          <p:cNvPr id="15" name="Text Placeholder 55">
            <a:extLst>
              <a:ext uri="{FF2B5EF4-FFF2-40B4-BE49-F238E27FC236}">
                <a16:creationId xmlns:a16="http://schemas.microsoft.com/office/drawing/2014/main" id="{28F9EC8D-E664-4B77-AFA5-0C515CB94F93}"/>
              </a:ext>
            </a:extLst>
          </p:cNvPr>
          <p:cNvSpPr>
            <a:spLocks noGrp="1"/>
          </p:cNvSpPr>
          <p:nvPr>
            <p:ph type="body" sz="quarter" idx="35" hasCustomPrompt="1"/>
          </p:nvPr>
        </p:nvSpPr>
        <p:spPr>
          <a:xfrm>
            <a:off x="5370188" y="1445368"/>
            <a:ext cx="1485037" cy="715425"/>
          </a:xfrm>
        </p:spPr>
        <p:txBody>
          <a:bodyPr anchor="ctr">
            <a:noAutofit/>
          </a:bodyPr>
          <a:lstStyle>
            <a:lvl1pPr marL="0" indent="0" algn="ctr">
              <a:buNone/>
              <a:defRPr sz="1100" i="1"/>
            </a:lvl1pPr>
          </a:lstStyle>
          <a:p>
            <a:pPr lvl="0"/>
            <a:r>
              <a:rPr lang="en-US"/>
              <a:t>“State of mind of the consumer at this stage”</a:t>
            </a:r>
          </a:p>
        </p:txBody>
      </p:sp>
      <p:sp>
        <p:nvSpPr>
          <p:cNvPr id="16" name="Text Placeholder 55">
            <a:extLst>
              <a:ext uri="{FF2B5EF4-FFF2-40B4-BE49-F238E27FC236}">
                <a16:creationId xmlns:a16="http://schemas.microsoft.com/office/drawing/2014/main" id="{94CB0D53-095E-4036-B5F2-2DD221C04A96}"/>
              </a:ext>
            </a:extLst>
          </p:cNvPr>
          <p:cNvSpPr>
            <a:spLocks noGrp="1"/>
          </p:cNvSpPr>
          <p:nvPr>
            <p:ph type="body" sz="quarter" idx="36" hasCustomPrompt="1"/>
          </p:nvPr>
        </p:nvSpPr>
        <p:spPr>
          <a:xfrm>
            <a:off x="7326999" y="1445368"/>
            <a:ext cx="1485037" cy="715425"/>
          </a:xfrm>
        </p:spPr>
        <p:txBody>
          <a:bodyPr anchor="ctr">
            <a:noAutofit/>
          </a:bodyPr>
          <a:lstStyle>
            <a:lvl1pPr marL="0" indent="0" algn="ctr">
              <a:buNone/>
              <a:defRPr sz="1100" i="1"/>
            </a:lvl1pPr>
          </a:lstStyle>
          <a:p>
            <a:pPr lvl="0"/>
            <a:r>
              <a:rPr lang="en-US"/>
              <a:t>“State of mind of the consumer at this stage”</a:t>
            </a:r>
          </a:p>
        </p:txBody>
      </p:sp>
      <p:sp>
        <p:nvSpPr>
          <p:cNvPr id="17" name="Text Placeholder 3">
            <a:extLst>
              <a:ext uri="{FF2B5EF4-FFF2-40B4-BE49-F238E27FC236}">
                <a16:creationId xmlns:a16="http://schemas.microsoft.com/office/drawing/2014/main" id="{68974222-9C25-4A9A-AB04-966C4C124554}"/>
              </a:ext>
            </a:extLst>
          </p:cNvPr>
          <p:cNvSpPr>
            <a:spLocks noGrp="1"/>
          </p:cNvSpPr>
          <p:nvPr>
            <p:ph type="body" sz="half" idx="37" hasCustomPrompt="1"/>
          </p:nvPr>
        </p:nvSpPr>
        <p:spPr>
          <a:xfrm>
            <a:off x="332192" y="2361823"/>
            <a:ext cx="997843" cy="498903"/>
          </a:xfrm>
          <a:prstGeom prst="rect">
            <a:avLst/>
          </a:prstGeom>
        </p:spPr>
        <p:txBody>
          <a:bodyPr anchor="ctr"/>
          <a:lstStyle>
            <a:lvl1pPr marL="0" indent="0" algn="ctr">
              <a:buNone/>
              <a:defRPr sz="1100"/>
            </a:lvl1pPr>
            <a:lvl2pPr marL="342908" indent="0">
              <a:buNone/>
              <a:defRPr sz="1100"/>
            </a:lvl2pPr>
            <a:lvl3pPr marL="685817" indent="0">
              <a:buNone/>
              <a:defRPr sz="900"/>
            </a:lvl3pPr>
            <a:lvl4pPr marL="1028725" indent="0">
              <a:buNone/>
              <a:defRPr sz="900"/>
            </a:lvl4pPr>
            <a:lvl5pPr marL="1371634" indent="0">
              <a:buNone/>
              <a:defRPr sz="900"/>
            </a:lvl5pPr>
            <a:lvl6pPr marL="1714542" indent="0">
              <a:buNone/>
              <a:defRPr sz="900"/>
            </a:lvl6pPr>
            <a:lvl7pPr marL="2057451" indent="0">
              <a:buNone/>
              <a:defRPr sz="900"/>
            </a:lvl7pPr>
            <a:lvl8pPr marL="2400360" indent="0">
              <a:buNone/>
              <a:defRPr sz="900"/>
            </a:lvl8pPr>
            <a:lvl9pPr marL="2743268" indent="0">
              <a:buNone/>
              <a:defRPr sz="900"/>
            </a:lvl9pPr>
          </a:lstStyle>
          <a:p>
            <a:pPr lvl="0"/>
            <a:r>
              <a:rPr lang="en-US"/>
              <a:t>Which ask does this address?</a:t>
            </a:r>
          </a:p>
        </p:txBody>
      </p:sp>
      <p:sp>
        <p:nvSpPr>
          <p:cNvPr id="18" name="Text Placeholder 3">
            <a:extLst>
              <a:ext uri="{FF2B5EF4-FFF2-40B4-BE49-F238E27FC236}">
                <a16:creationId xmlns:a16="http://schemas.microsoft.com/office/drawing/2014/main" id="{01E8D686-DBBB-4559-AF54-431D51673772}"/>
              </a:ext>
            </a:extLst>
          </p:cNvPr>
          <p:cNvSpPr>
            <a:spLocks noGrp="1"/>
          </p:cNvSpPr>
          <p:nvPr>
            <p:ph type="body" sz="half" idx="38" hasCustomPrompt="1"/>
          </p:nvPr>
        </p:nvSpPr>
        <p:spPr>
          <a:xfrm>
            <a:off x="345466" y="3398771"/>
            <a:ext cx="997843" cy="498903"/>
          </a:xfrm>
          <a:prstGeom prst="rect">
            <a:avLst/>
          </a:prstGeom>
        </p:spPr>
        <p:txBody>
          <a:bodyPr anchor="ctr"/>
          <a:lstStyle>
            <a:lvl1pPr marL="0" indent="0" algn="ctr">
              <a:buNone/>
              <a:defRPr sz="1100"/>
            </a:lvl1pPr>
            <a:lvl2pPr marL="342908" indent="0">
              <a:buNone/>
              <a:defRPr sz="1100"/>
            </a:lvl2pPr>
            <a:lvl3pPr marL="685817" indent="0">
              <a:buNone/>
              <a:defRPr sz="900"/>
            </a:lvl3pPr>
            <a:lvl4pPr marL="1028725" indent="0">
              <a:buNone/>
              <a:defRPr sz="900"/>
            </a:lvl4pPr>
            <a:lvl5pPr marL="1371634" indent="0">
              <a:buNone/>
              <a:defRPr sz="900"/>
            </a:lvl5pPr>
            <a:lvl6pPr marL="1714542" indent="0">
              <a:buNone/>
              <a:defRPr sz="900"/>
            </a:lvl6pPr>
            <a:lvl7pPr marL="2057451" indent="0">
              <a:buNone/>
              <a:defRPr sz="900"/>
            </a:lvl7pPr>
            <a:lvl8pPr marL="2400360" indent="0">
              <a:buNone/>
              <a:defRPr sz="900"/>
            </a:lvl8pPr>
            <a:lvl9pPr marL="2743268" indent="0">
              <a:buNone/>
              <a:defRPr sz="900"/>
            </a:lvl9pPr>
          </a:lstStyle>
          <a:p>
            <a:pPr lvl="0"/>
            <a:r>
              <a:rPr lang="en-US"/>
              <a:t>Tactics or Activities</a:t>
            </a:r>
          </a:p>
        </p:txBody>
      </p:sp>
      <p:sp>
        <p:nvSpPr>
          <p:cNvPr id="19" name="Text Placeholder 55">
            <a:extLst>
              <a:ext uri="{FF2B5EF4-FFF2-40B4-BE49-F238E27FC236}">
                <a16:creationId xmlns:a16="http://schemas.microsoft.com/office/drawing/2014/main" id="{F8F1E0FE-9739-4009-94E0-E202BE4B7A81}"/>
              </a:ext>
            </a:extLst>
          </p:cNvPr>
          <p:cNvSpPr>
            <a:spLocks noGrp="1"/>
          </p:cNvSpPr>
          <p:nvPr>
            <p:ph type="body" sz="quarter" idx="39" hasCustomPrompt="1"/>
          </p:nvPr>
        </p:nvSpPr>
        <p:spPr>
          <a:xfrm>
            <a:off x="1456563" y="2240384"/>
            <a:ext cx="1485037" cy="715425"/>
          </a:xfrm>
          <a:solidFill>
            <a:srgbClr val="F7F7F7"/>
          </a:solidFill>
          <a:ln>
            <a:noFill/>
          </a:ln>
        </p:spPr>
        <p:txBody>
          <a:bodyPr anchor="ctr">
            <a:noAutofit/>
          </a:bodyPr>
          <a:lstStyle>
            <a:lvl1pPr marL="0" indent="0" algn="ctr">
              <a:buNone/>
              <a:defRPr sz="1100" b="0" i="0"/>
            </a:lvl1pPr>
          </a:lstStyle>
          <a:p>
            <a:pPr lvl="0"/>
            <a:r>
              <a:rPr lang="en-US"/>
              <a:t>What problem does this activity solve?</a:t>
            </a:r>
          </a:p>
        </p:txBody>
      </p:sp>
      <p:sp>
        <p:nvSpPr>
          <p:cNvPr id="20" name="Text Placeholder 55">
            <a:extLst>
              <a:ext uri="{FF2B5EF4-FFF2-40B4-BE49-F238E27FC236}">
                <a16:creationId xmlns:a16="http://schemas.microsoft.com/office/drawing/2014/main" id="{4608E29C-289E-4D9F-9E94-BE5455E8D884}"/>
              </a:ext>
            </a:extLst>
          </p:cNvPr>
          <p:cNvSpPr>
            <a:spLocks noGrp="1"/>
          </p:cNvSpPr>
          <p:nvPr>
            <p:ph type="body" sz="quarter" idx="40" hasCustomPrompt="1"/>
          </p:nvPr>
        </p:nvSpPr>
        <p:spPr>
          <a:xfrm>
            <a:off x="3411841" y="2240384"/>
            <a:ext cx="1485037" cy="715425"/>
          </a:xfrm>
          <a:solidFill>
            <a:srgbClr val="F7F7F7"/>
          </a:solidFill>
          <a:ln>
            <a:noFill/>
          </a:ln>
        </p:spPr>
        <p:txBody>
          <a:bodyPr anchor="ctr">
            <a:noAutofit/>
          </a:bodyPr>
          <a:lstStyle>
            <a:lvl1pPr marL="0" indent="0" algn="ctr">
              <a:buNone/>
              <a:defRPr sz="1100" b="0" i="0"/>
            </a:lvl1pPr>
          </a:lstStyle>
          <a:p>
            <a:pPr lvl="0"/>
            <a:r>
              <a:rPr lang="en-US"/>
              <a:t>What problem does this activity solve?</a:t>
            </a:r>
          </a:p>
        </p:txBody>
      </p:sp>
      <p:sp>
        <p:nvSpPr>
          <p:cNvPr id="21" name="Text Placeholder 55">
            <a:extLst>
              <a:ext uri="{FF2B5EF4-FFF2-40B4-BE49-F238E27FC236}">
                <a16:creationId xmlns:a16="http://schemas.microsoft.com/office/drawing/2014/main" id="{BE04F1A0-9384-46C9-8DB4-59105B35E70D}"/>
              </a:ext>
            </a:extLst>
          </p:cNvPr>
          <p:cNvSpPr>
            <a:spLocks noGrp="1"/>
          </p:cNvSpPr>
          <p:nvPr>
            <p:ph type="body" sz="quarter" idx="41" hasCustomPrompt="1"/>
          </p:nvPr>
        </p:nvSpPr>
        <p:spPr>
          <a:xfrm>
            <a:off x="5368653" y="2240384"/>
            <a:ext cx="1485037" cy="715425"/>
          </a:xfrm>
          <a:solidFill>
            <a:srgbClr val="F7F7F7"/>
          </a:solidFill>
          <a:ln>
            <a:noFill/>
          </a:ln>
        </p:spPr>
        <p:txBody>
          <a:bodyPr anchor="ctr">
            <a:noAutofit/>
          </a:bodyPr>
          <a:lstStyle>
            <a:lvl1pPr marL="0" indent="0" algn="ctr">
              <a:buNone/>
              <a:defRPr sz="1100" b="0" i="0"/>
            </a:lvl1pPr>
          </a:lstStyle>
          <a:p>
            <a:pPr lvl="0"/>
            <a:r>
              <a:rPr lang="en-US"/>
              <a:t>What problem does this activity solve?</a:t>
            </a:r>
          </a:p>
        </p:txBody>
      </p:sp>
      <p:sp>
        <p:nvSpPr>
          <p:cNvPr id="22" name="Text Placeholder 55">
            <a:extLst>
              <a:ext uri="{FF2B5EF4-FFF2-40B4-BE49-F238E27FC236}">
                <a16:creationId xmlns:a16="http://schemas.microsoft.com/office/drawing/2014/main" id="{27C8ECCB-DFF0-4B08-91EE-5ADFB4A3B19A}"/>
              </a:ext>
            </a:extLst>
          </p:cNvPr>
          <p:cNvSpPr>
            <a:spLocks noGrp="1"/>
          </p:cNvSpPr>
          <p:nvPr>
            <p:ph type="body" sz="quarter" idx="42" hasCustomPrompt="1"/>
          </p:nvPr>
        </p:nvSpPr>
        <p:spPr>
          <a:xfrm>
            <a:off x="7325465" y="2240384"/>
            <a:ext cx="1485037" cy="715425"/>
          </a:xfrm>
          <a:solidFill>
            <a:srgbClr val="F7F7F7"/>
          </a:solidFill>
          <a:ln>
            <a:noFill/>
          </a:ln>
        </p:spPr>
        <p:txBody>
          <a:bodyPr anchor="ctr">
            <a:noAutofit/>
          </a:bodyPr>
          <a:lstStyle>
            <a:lvl1pPr marL="0" indent="0" algn="ctr">
              <a:buNone/>
              <a:defRPr sz="1100" b="0" i="0"/>
            </a:lvl1pPr>
          </a:lstStyle>
          <a:p>
            <a:pPr lvl="0"/>
            <a:r>
              <a:rPr lang="en-US"/>
              <a:t>What problem does this activity solve?</a:t>
            </a:r>
          </a:p>
        </p:txBody>
      </p:sp>
      <p:sp>
        <p:nvSpPr>
          <p:cNvPr id="23" name="Text Placeholder 78">
            <a:extLst>
              <a:ext uri="{FF2B5EF4-FFF2-40B4-BE49-F238E27FC236}">
                <a16:creationId xmlns:a16="http://schemas.microsoft.com/office/drawing/2014/main" id="{09C8EB78-B85D-4704-B174-9459127FFC01}"/>
              </a:ext>
            </a:extLst>
          </p:cNvPr>
          <p:cNvSpPr>
            <a:spLocks noGrp="1"/>
          </p:cNvSpPr>
          <p:nvPr>
            <p:ph type="body" sz="quarter" idx="43" hasCustomPrompt="1"/>
          </p:nvPr>
        </p:nvSpPr>
        <p:spPr>
          <a:xfrm>
            <a:off x="1451960" y="3040997"/>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
        <p:nvSpPr>
          <p:cNvPr id="24" name="Text Placeholder 78">
            <a:extLst>
              <a:ext uri="{FF2B5EF4-FFF2-40B4-BE49-F238E27FC236}">
                <a16:creationId xmlns:a16="http://schemas.microsoft.com/office/drawing/2014/main" id="{B80CB038-64FE-448F-B7D2-236C26792B04}"/>
              </a:ext>
            </a:extLst>
          </p:cNvPr>
          <p:cNvSpPr>
            <a:spLocks noGrp="1"/>
          </p:cNvSpPr>
          <p:nvPr>
            <p:ph type="body" sz="quarter" idx="44" hasCustomPrompt="1"/>
          </p:nvPr>
        </p:nvSpPr>
        <p:spPr>
          <a:xfrm>
            <a:off x="3409455" y="3023168"/>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
        <p:nvSpPr>
          <p:cNvPr id="25" name="Text Placeholder 78">
            <a:extLst>
              <a:ext uri="{FF2B5EF4-FFF2-40B4-BE49-F238E27FC236}">
                <a16:creationId xmlns:a16="http://schemas.microsoft.com/office/drawing/2014/main" id="{E5752D70-76C9-4487-A81E-5D17A1AA2A62}"/>
              </a:ext>
            </a:extLst>
          </p:cNvPr>
          <p:cNvSpPr>
            <a:spLocks noGrp="1"/>
          </p:cNvSpPr>
          <p:nvPr>
            <p:ph type="body" sz="quarter" idx="45" hasCustomPrompt="1"/>
          </p:nvPr>
        </p:nvSpPr>
        <p:spPr>
          <a:xfrm>
            <a:off x="5367460" y="3023168"/>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
        <p:nvSpPr>
          <p:cNvPr id="26" name="Text Placeholder 78">
            <a:extLst>
              <a:ext uri="{FF2B5EF4-FFF2-40B4-BE49-F238E27FC236}">
                <a16:creationId xmlns:a16="http://schemas.microsoft.com/office/drawing/2014/main" id="{87A0E963-F22E-49C0-95DD-52E0F032984E}"/>
              </a:ext>
            </a:extLst>
          </p:cNvPr>
          <p:cNvSpPr>
            <a:spLocks noGrp="1"/>
          </p:cNvSpPr>
          <p:nvPr>
            <p:ph type="body" sz="quarter" idx="46" hasCustomPrompt="1"/>
          </p:nvPr>
        </p:nvSpPr>
        <p:spPr>
          <a:xfrm>
            <a:off x="7325465" y="3023168"/>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
        <p:nvSpPr>
          <p:cNvPr id="27" name="Text Placeholder 87">
            <a:extLst>
              <a:ext uri="{FF2B5EF4-FFF2-40B4-BE49-F238E27FC236}">
                <a16:creationId xmlns:a16="http://schemas.microsoft.com/office/drawing/2014/main" id="{B7D59C23-3626-4B2F-8DAF-E153862EC995}"/>
              </a:ext>
            </a:extLst>
          </p:cNvPr>
          <p:cNvSpPr>
            <a:spLocks noGrp="1"/>
          </p:cNvSpPr>
          <p:nvPr>
            <p:ph type="body" sz="quarter" idx="47" hasCustomPrompt="1"/>
          </p:nvPr>
        </p:nvSpPr>
        <p:spPr>
          <a:xfrm>
            <a:off x="1458097" y="4138600"/>
            <a:ext cx="7357515" cy="249964"/>
          </a:xfrm>
          <a:solidFill>
            <a:schemeClr val="accent3"/>
          </a:solidFill>
          <a:ln>
            <a:noFill/>
          </a:ln>
        </p:spPr>
        <p:txBody>
          <a:bodyPr anchor="ctr">
            <a:noAutofit/>
          </a:bodyPr>
          <a:lstStyle>
            <a:lvl1pPr marL="0" indent="0" algn="ctr">
              <a:buNone/>
              <a:defRPr sz="1200" b="1">
                <a:solidFill>
                  <a:schemeClr val="bg1"/>
                </a:solidFill>
              </a:defRPr>
            </a:lvl1pPr>
          </a:lstStyle>
          <a:p>
            <a:pPr lvl="0"/>
            <a:r>
              <a:rPr lang="en-US"/>
              <a:t>Are there any always-on or ongoing activities running throughout?</a:t>
            </a:r>
          </a:p>
        </p:txBody>
      </p:sp>
      <p:sp>
        <p:nvSpPr>
          <p:cNvPr id="28" name="Text Placeholder 78">
            <a:extLst>
              <a:ext uri="{FF2B5EF4-FFF2-40B4-BE49-F238E27FC236}">
                <a16:creationId xmlns:a16="http://schemas.microsoft.com/office/drawing/2014/main" id="{95C665AC-E947-4C59-A82F-8B7A32C47DA5}"/>
              </a:ext>
            </a:extLst>
          </p:cNvPr>
          <p:cNvSpPr>
            <a:spLocks noGrp="1"/>
          </p:cNvSpPr>
          <p:nvPr>
            <p:ph type="body" sz="quarter" idx="48" hasCustomPrompt="1"/>
          </p:nvPr>
        </p:nvSpPr>
        <p:spPr>
          <a:xfrm>
            <a:off x="1451960" y="3596752"/>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
        <p:nvSpPr>
          <p:cNvPr id="29" name="Text Placeholder 78">
            <a:extLst>
              <a:ext uri="{FF2B5EF4-FFF2-40B4-BE49-F238E27FC236}">
                <a16:creationId xmlns:a16="http://schemas.microsoft.com/office/drawing/2014/main" id="{B5F18ED5-631D-4E9D-974E-7E6A1DADDA8F}"/>
              </a:ext>
            </a:extLst>
          </p:cNvPr>
          <p:cNvSpPr>
            <a:spLocks noGrp="1"/>
          </p:cNvSpPr>
          <p:nvPr>
            <p:ph type="body" sz="quarter" idx="49" hasCustomPrompt="1"/>
          </p:nvPr>
        </p:nvSpPr>
        <p:spPr>
          <a:xfrm>
            <a:off x="3409455" y="3578923"/>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
        <p:nvSpPr>
          <p:cNvPr id="30" name="Text Placeholder 78">
            <a:extLst>
              <a:ext uri="{FF2B5EF4-FFF2-40B4-BE49-F238E27FC236}">
                <a16:creationId xmlns:a16="http://schemas.microsoft.com/office/drawing/2014/main" id="{F6A3EA0F-6AC0-4CA3-A676-CA3D964DFB95}"/>
              </a:ext>
            </a:extLst>
          </p:cNvPr>
          <p:cNvSpPr>
            <a:spLocks noGrp="1"/>
          </p:cNvSpPr>
          <p:nvPr>
            <p:ph type="body" sz="quarter" idx="50" hasCustomPrompt="1"/>
          </p:nvPr>
        </p:nvSpPr>
        <p:spPr>
          <a:xfrm>
            <a:off x="5367460" y="3578923"/>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
        <p:nvSpPr>
          <p:cNvPr id="31" name="Text Placeholder 78">
            <a:extLst>
              <a:ext uri="{FF2B5EF4-FFF2-40B4-BE49-F238E27FC236}">
                <a16:creationId xmlns:a16="http://schemas.microsoft.com/office/drawing/2014/main" id="{4AB73D27-284A-4CE7-A648-FF686AC24AA0}"/>
              </a:ext>
            </a:extLst>
          </p:cNvPr>
          <p:cNvSpPr>
            <a:spLocks noGrp="1"/>
          </p:cNvSpPr>
          <p:nvPr>
            <p:ph type="body" sz="quarter" idx="51" hasCustomPrompt="1"/>
          </p:nvPr>
        </p:nvSpPr>
        <p:spPr>
          <a:xfrm>
            <a:off x="7325465" y="3578923"/>
            <a:ext cx="1490149" cy="493523"/>
          </a:xfrm>
          <a:noFill/>
          <a:ln>
            <a:solidFill>
              <a:srgbClr val="CCCCCC"/>
            </a:solidFill>
          </a:ln>
        </p:spPr>
        <p:txBody>
          <a:bodyPr anchor="ctr">
            <a:normAutofit/>
          </a:bodyPr>
          <a:lstStyle>
            <a:lvl1pPr marL="0" indent="0" algn="ctr">
              <a:buNone/>
              <a:defRPr sz="1100" b="0"/>
            </a:lvl1pPr>
          </a:lstStyle>
          <a:p>
            <a:pPr lvl="0"/>
            <a:r>
              <a:rPr lang="en-US"/>
              <a:t>Tactics Placeholder</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 image half">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5091B0DA-33ED-4BF4-A547-E6BB3AB7CB40}"/>
              </a:ext>
            </a:extLst>
          </p:cNvPr>
          <p:cNvSpPr>
            <a:spLocks noGrp="1"/>
          </p:cNvSpPr>
          <p:nvPr>
            <p:ph type="pic" sz="quarter" idx="28"/>
          </p:nvPr>
        </p:nvSpPr>
        <p:spPr>
          <a:xfrm>
            <a:off x="4572114" y="0"/>
            <a:ext cx="4572114" cy="4434840"/>
          </a:xfrm>
          <a:solidFill>
            <a:srgbClr val="F7F7F7"/>
          </a:solidFill>
        </p:spPr>
        <p:txBody>
          <a:bodyPr/>
          <a:lstStyle>
            <a:lvl1pPr marL="0" indent="0">
              <a:buNone/>
              <a:defRPr/>
            </a:lvl1pPr>
          </a:lstStyle>
          <a:p>
            <a:endParaRPr lang="en-US"/>
          </a:p>
        </p:txBody>
      </p:sp>
      <p:sp>
        <p:nvSpPr>
          <p:cNvPr id="7" name="Text Placeholder 5">
            <a:extLst>
              <a:ext uri="{FF2B5EF4-FFF2-40B4-BE49-F238E27FC236}">
                <a16:creationId xmlns:a16="http://schemas.microsoft.com/office/drawing/2014/main" id="{7C212C86-9ACE-4960-A75D-0A57C1598CCD}"/>
              </a:ext>
            </a:extLst>
          </p:cNvPr>
          <p:cNvSpPr>
            <a:spLocks noGrp="1"/>
          </p:cNvSpPr>
          <p:nvPr>
            <p:ph type="body" sz="quarter" idx="25" hasCustomPrompt="1"/>
          </p:nvPr>
        </p:nvSpPr>
        <p:spPr>
          <a:xfrm>
            <a:off x="340250" y="1069592"/>
            <a:ext cx="3932487" cy="3318973"/>
          </a:xfrm>
        </p:spPr>
        <p:txBody>
          <a:bodyPr>
            <a:normAutofit/>
          </a:bodyPr>
          <a:lstStyle>
            <a:lvl1pPr marL="0" indent="0">
              <a:buNone/>
              <a:defRPr sz="1600"/>
            </a:lvl1pPr>
            <a:lvl2pPr marL="342908" indent="0">
              <a:buNone/>
              <a:defRPr/>
            </a:lvl2pPr>
            <a:lvl3pPr marL="685817" indent="0">
              <a:buNone/>
              <a:defRPr/>
            </a:lvl3pPr>
            <a:lvl4pPr marL="1028725" indent="0">
              <a:buNone/>
              <a:defRPr/>
            </a:lvl4pPr>
            <a:lvl5pPr marL="1371634" indent="0">
              <a:buNone/>
              <a:defRPr/>
            </a:lvl5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~80-90 words. We added this rough word count so that you can use AI to easily make summaries that fit within a certain word count and make the layout look really good.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This is what it will look like when you fill it up you just have to make sure you come up with the text you want first before giving it to an AI tool to ask it to truncate it to the length that.</a:t>
            </a:r>
          </a:p>
        </p:txBody>
      </p:sp>
      <p:sp>
        <p:nvSpPr>
          <p:cNvPr id="8" name="Title 3">
            <a:extLst>
              <a:ext uri="{FF2B5EF4-FFF2-40B4-BE49-F238E27FC236}">
                <a16:creationId xmlns:a16="http://schemas.microsoft.com/office/drawing/2014/main" id="{383DD498-2950-47D8-BBB4-462224278EF8}"/>
              </a:ext>
            </a:extLst>
          </p:cNvPr>
          <p:cNvSpPr>
            <a:spLocks noGrp="1"/>
          </p:cNvSpPr>
          <p:nvPr>
            <p:ph type="title" hasCustomPrompt="1"/>
          </p:nvPr>
        </p:nvSpPr>
        <p:spPr>
          <a:xfrm>
            <a:off x="332193" y="110238"/>
            <a:ext cx="3932488" cy="746421"/>
          </a:xfrm>
        </p:spPr>
        <p:txBody>
          <a:bodyPr>
            <a:noAutofit/>
          </a:bodyPr>
          <a:lstStyle>
            <a:lvl1pPr>
              <a:defRPr/>
            </a:lvl1pPr>
          </a:lstStyle>
          <a:p>
            <a:r>
              <a:rPr lang="en-US"/>
              <a:t>No more than 2 lines or 5-10 words here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 image third">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BB81138F-3385-4A43-B8BE-175A9B65D44E}"/>
              </a:ext>
            </a:extLst>
          </p:cNvPr>
          <p:cNvSpPr>
            <a:spLocks noGrp="1"/>
          </p:cNvSpPr>
          <p:nvPr>
            <p:ph type="pic" sz="quarter" idx="28"/>
          </p:nvPr>
        </p:nvSpPr>
        <p:spPr>
          <a:xfrm>
            <a:off x="5922317" y="0"/>
            <a:ext cx="3221912" cy="4434840"/>
          </a:xfrm>
          <a:solidFill>
            <a:srgbClr val="F7F7F7"/>
          </a:solidFill>
        </p:spPr>
        <p:txBody>
          <a:bodyPr/>
          <a:lstStyle>
            <a:lvl1pPr marL="0" indent="0">
              <a:buNone/>
              <a:defRPr/>
            </a:lvl1pPr>
          </a:lstStyle>
          <a:p>
            <a:endParaRPr lang="en-US"/>
          </a:p>
        </p:txBody>
      </p:sp>
      <p:sp>
        <p:nvSpPr>
          <p:cNvPr id="7" name="Text Placeholder 2">
            <a:extLst>
              <a:ext uri="{FF2B5EF4-FFF2-40B4-BE49-F238E27FC236}">
                <a16:creationId xmlns:a16="http://schemas.microsoft.com/office/drawing/2014/main" id="{78D0E0C9-3646-4AF8-A6DD-4251C1C81083}"/>
              </a:ext>
            </a:extLst>
          </p:cNvPr>
          <p:cNvSpPr>
            <a:spLocks noGrp="1"/>
          </p:cNvSpPr>
          <p:nvPr>
            <p:ph type="body" sz="quarter" idx="14" hasCustomPrompt="1"/>
          </p:nvPr>
        </p:nvSpPr>
        <p:spPr>
          <a:xfrm>
            <a:off x="332193" y="1068826"/>
            <a:ext cx="5300233" cy="3319738"/>
          </a:xfrm>
        </p:spPr>
        <p:txBody>
          <a:bodyPr>
            <a:noAutofit/>
          </a:bodyPr>
          <a:lstStyle>
            <a:lvl1pPr marL="0" indent="0">
              <a:buNone/>
              <a:defRPr sz="1600"/>
            </a:lvl1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~120-130 words. We added this rough word count so that you can use AI to easily make summaries that fit within a certain word count and make the layout look really good.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This is what it will look like when you fill it up you just have to make sure you come up with the text you want first before giving it to an AI tool to ask it to truncate it to the length that you want. Ideally you would be using point form or different paragraphs but this placeholder text here gives you a good idea of what the box looks like when filled. If you are in danger blink 8 times when I say the word matchstick.</a:t>
            </a:r>
          </a:p>
        </p:txBody>
      </p:sp>
      <p:sp>
        <p:nvSpPr>
          <p:cNvPr id="8" name="Title 3">
            <a:extLst>
              <a:ext uri="{FF2B5EF4-FFF2-40B4-BE49-F238E27FC236}">
                <a16:creationId xmlns:a16="http://schemas.microsoft.com/office/drawing/2014/main" id="{34C65067-32DF-4C31-8F19-919025B657F5}"/>
              </a:ext>
            </a:extLst>
          </p:cNvPr>
          <p:cNvSpPr>
            <a:spLocks noGrp="1"/>
          </p:cNvSpPr>
          <p:nvPr>
            <p:ph type="title" hasCustomPrompt="1"/>
          </p:nvPr>
        </p:nvSpPr>
        <p:spPr>
          <a:xfrm>
            <a:off x="329017" y="110238"/>
            <a:ext cx="5303409" cy="848258"/>
          </a:xfrm>
        </p:spPr>
        <p:txBody>
          <a:bodyPr>
            <a:noAutofit/>
          </a:bodyPr>
          <a:lstStyle>
            <a:lvl1pPr>
              <a:defRPr/>
            </a:lvl1pPr>
          </a:lstStyle>
          <a:p>
            <a:r>
              <a:rPr kumimoji="1" lang="en-US" altLang="zh-TW"/>
              <a:t>This title should be no more than 10 words in 2 lines</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mage two-thirds + text">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Title 3">
            <a:extLst>
              <a:ext uri="{FF2B5EF4-FFF2-40B4-BE49-F238E27FC236}">
                <a16:creationId xmlns:a16="http://schemas.microsoft.com/office/drawing/2014/main" id="{E45B2F11-D591-42E7-9B2F-AED62752BB5C}"/>
              </a:ext>
            </a:extLst>
          </p:cNvPr>
          <p:cNvSpPr>
            <a:spLocks noGrp="1"/>
          </p:cNvSpPr>
          <p:nvPr>
            <p:ph type="title" hasCustomPrompt="1"/>
          </p:nvPr>
        </p:nvSpPr>
        <p:spPr>
          <a:xfrm>
            <a:off x="6137825" y="110238"/>
            <a:ext cx="2674184" cy="1129700"/>
          </a:xfrm>
        </p:spPr>
        <p:txBody>
          <a:bodyPr>
            <a:noAutofit/>
          </a:bodyPr>
          <a:lstStyle>
            <a:lvl1pPr>
              <a:defRPr/>
            </a:lvl1pPr>
          </a:lstStyle>
          <a:p>
            <a:pPr lvl="0"/>
            <a:r>
              <a:rPr kumimoji="1" lang="en-US" altLang="zh-TW"/>
              <a:t>No more than 3 lines or ~8 words</a:t>
            </a:r>
            <a:endParaRPr kumimoji="1" lang="zh-TW" altLang="en-US"/>
          </a:p>
        </p:txBody>
      </p:sp>
      <p:sp>
        <p:nvSpPr>
          <p:cNvPr id="7" name="Picture Placeholder 8">
            <a:extLst>
              <a:ext uri="{FF2B5EF4-FFF2-40B4-BE49-F238E27FC236}">
                <a16:creationId xmlns:a16="http://schemas.microsoft.com/office/drawing/2014/main" id="{EE6C4BF5-6DB2-4A26-B669-6C31138CC048}"/>
              </a:ext>
            </a:extLst>
          </p:cNvPr>
          <p:cNvSpPr>
            <a:spLocks noGrp="1"/>
          </p:cNvSpPr>
          <p:nvPr>
            <p:ph type="pic" sz="quarter" idx="28"/>
          </p:nvPr>
        </p:nvSpPr>
        <p:spPr>
          <a:xfrm>
            <a:off x="-1" y="0"/>
            <a:ext cx="5922318" cy="4434840"/>
          </a:xfrm>
          <a:solidFill>
            <a:srgbClr val="F7F7F7"/>
          </a:solidFill>
        </p:spPr>
        <p:txBody>
          <a:bodyPr/>
          <a:lstStyle>
            <a:lvl1pPr marL="0" indent="0">
              <a:buNone/>
              <a:defRPr/>
            </a:lvl1pPr>
          </a:lstStyle>
          <a:p>
            <a:endParaRPr lang="en-US"/>
          </a:p>
        </p:txBody>
      </p:sp>
      <p:sp>
        <p:nvSpPr>
          <p:cNvPr id="8" name="Text Placeholder 5">
            <a:extLst>
              <a:ext uri="{FF2B5EF4-FFF2-40B4-BE49-F238E27FC236}">
                <a16:creationId xmlns:a16="http://schemas.microsoft.com/office/drawing/2014/main" id="{CB48786B-1A90-40FA-BE84-E261A3849E14}"/>
              </a:ext>
            </a:extLst>
          </p:cNvPr>
          <p:cNvSpPr>
            <a:spLocks noGrp="1"/>
          </p:cNvSpPr>
          <p:nvPr>
            <p:ph type="body" sz="quarter" idx="25" hasCustomPrompt="1"/>
          </p:nvPr>
        </p:nvSpPr>
        <p:spPr>
          <a:xfrm>
            <a:off x="6145884" y="1395934"/>
            <a:ext cx="2666153" cy="2992630"/>
          </a:xfrm>
        </p:spPr>
        <p:txBody>
          <a:bodyPr>
            <a:normAutofit/>
          </a:bodyPr>
          <a:lstStyle>
            <a:lvl1pPr marL="0" indent="0">
              <a:buNone/>
              <a:defRPr sz="1600"/>
            </a:lvl1pPr>
            <a:lvl2pPr marL="342908" indent="0">
              <a:buNone/>
              <a:defRPr/>
            </a:lvl2pPr>
            <a:lvl3pPr marL="685817" indent="0">
              <a:buNone/>
              <a:defRPr/>
            </a:lvl3pPr>
            <a:lvl4pPr marL="1028725" indent="0">
              <a:buNone/>
              <a:defRPr/>
            </a:lvl4pPr>
            <a:lvl5pPr marL="1371634" indent="0">
              <a:buNone/>
              <a:defRPr/>
            </a:lvl5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a:t>Text length in this box should be no more than 60 words, or something around the length you see here. You may also choose to split them into separate paragraphs. Text length in this box should be no more than 60 words, or something around the length you see here. You may also choose to split them into separate paragraphs.</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body + image band">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9DD15A87-A460-4E63-9144-7DC8F33AFEB0}"/>
              </a:ext>
            </a:extLst>
          </p:cNvPr>
          <p:cNvSpPr>
            <a:spLocks noGrp="1"/>
          </p:cNvSpPr>
          <p:nvPr>
            <p:ph type="pic" sz="quarter" idx="28"/>
          </p:nvPr>
        </p:nvSpPr>
        <p:spPr>
          <a:xfrm>
            <a:off x="332193" y="2341441"/>
            <a:ext cx="8479842" cy="2047123"/>
          </a:xfrm>
          <a:solidFill>
            <a:srgbClr val="F7F7F7"/>
          </a:solidFill>
        </p:spPr>
        <p:txBody>
          <a:bodyPr/>
          <a:lstStyle>
            <a:lvl1pPr marL="0" indent="0">
              <a:buNone/>
              <a:defRPr/>
            </a:lvl1pPr>
          </a:lstStyle>
          <a:p>
            <a:endParaRPr lang="en-US"/>
          </a:p>
        </p:txBody>
      </p:sp>
      <p:sp>
        <p:nvSpPr>
          <p:cNvPr id="7" name="文字版面配置區 17">
            <a:extLst>
              <a:ext uri="{FF2B5EF4-FFF2-40B4-BE49-F238E27FC236}">
                <a16:creationId xmlns:a16="http://schemas.microsoft.com/office/drawing/2014/main" id="{49BE9B24-E8C6-4ED3-AE0E-DA67FC808FBD}"/>
              </a:ext>
            </a:extLst>
          </p:cNvPr>
          <p:cNvSpPr>
            <a:spLocks noGrp="1"/>
          </p:cNvSpPr>
          <p:nvPr>
            <p:ph type="body" sz="quarter" idx="11" hasCustomPrompt="1"/>
          </p:nvPr>
        </p:nvSpPr>
        <p:spPr>
          <a:xfrm>
            <a:off x="332193" y="908520"/>
            <a:ext cx="8479843" cy="1327572"/>
          </a:xfrm>
        </p:spPr>
        <p:txBody>
          <a:bodyPr>
            <a:normAutofit/>
          </a:bodyPr>
          <a:lstStyle>
            <a:lvl1pPr marL="0" indent="0">
              <a:buFont typeface="Arial" panose="020B0604020202020204" pitchFamily="34" charset="0"/>
              <a:buNone/>
              <a:defRPr sz="1600"/>
            </a:lvl1pPr>
            <a:lvl2pPr>
              <a:defRPr sz="1600"/>
            </a:lvl2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~80 words. We added this rough word count so that you can use AI to easily make summaries that fit within a certain word count and make the layout look really good.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a:t>
            </a:r>
          </a:p>
        </p:txBody>
      </p:sp>
      <p:sp>
        <p:nvSpPr>
          <p:cNvPr id="8" name="Title 8">
            <a:extLst>
              <a:ext uri="{FF2B5EF4-FFF2-40B4-BE49-F238E27FC236}">
                <a16:creationId xmlns:a16="http://schemas.microsoft.com/office/drawing/2014/main" id="{34847220-487A-4862-9585-C1021EE278B1}"/>
              </a:ext>
            </a:extLst>
          </p:cNvPr>
          <p:cNvSpPr>
            <a:spLocks noGrp="1"/>
          </p:cNvSpPr>
          <p:nvPr>
            <p:ph type="title" hasCustomPrompt="1"/>
          </p:nvPr>
        </p:nvSpPr>
        <p:spPr>
          <a:xfrm>
            <a:off x="336311" y="110238"/>
            <a:ext cx="8475698" cy="610166"/>
          </a:xfrm>
        </p:spPr>
        <p:txBody>
          <a:bodyPr anchor="ctr">
            <a:noAutofit/>
          </a:bodyPr>
          <a:lstStyle>
            <a:lvl1pPr>
              <a:defRPr/>
            </a:lvl1pPr>
          </a:lstStyle>
          <a:p>
            <a:pPr lvl="0"/>
            <a:r>
              <a:rPr kumimoji="1" lang="en-US" altLang="zh-TW"/>
              <a:t>This title should be no more than 10 words</a:t>
            </a:r>
            <a:endParaRPr kumimoji="1" lang="zh-TW"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 image + two stats">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14BFC04D-BC64-416B-9604-47175356B997}"/>
              </a:ext>
            </a:extLst>
          </p:cNvPr>
          <p:cNvSpPr>
            <a:spLocks noGrp="1"/>
          </p:cNvSpPr>
          <p:nvPr>
            <p:ph type="pic" sz="quarter" idx="28"/>
          </p:nvPr>
        </p:nvSpPr>
        <p:spPr>
          <a:xfrm>
            <a:off x="4572114" y="0"/>
            <a:ext cx="4572114" cy="3076251"/>
          </a:xfrm>
          <a:solidFill>
            <a:srgbClr val="F7F7F7"/>
          </a:solidFill>
        </p:spPr>
        <p:txBody>
          <a:bodyPr/>
          <a:lstStyle>
            <a:lvl1pPr marL="0" indent="0">
              <a:buNone/>
              <a:defRPr/>
            </a:lvl1pPr>
          </a:lstStyle>
          <a:p>
            <a:endParaRPr lang="en-US"/>
          </a:p>
        </p:txBody>
      </p:sp>
      <p:sp>
        <p:nvSpPr>
          <p:cNvPr id="7" name="Title 1">
            <a:extLst>
              <a:ext uri="{FF2B5EF4-FFF2-40B4-BE49-F238E27FC236}">
                <a16:creationId xmlns:a16="http://schemas.microsoft.com/office/drawing/2014/main" id="{328B2A64-2950-48B1-8EB2-663DCA1B7265}"/>
              </a:ext>
            </a:extLst>
          </p:cNvPr>
          <p:cNvSpPr>
            <a:spLocks noGrp="1"/>
          </p:cNvSpPr>
          <p:nvPr>
            <p:ph type="title" hasCustomPrompt="1"/>
          </p:nvPr>
        </p:nvSpPr>
        <p:spPr>
          <a:xfrm>
            <a:off x="336311" y="110238"/>
            <a:ext cx="3864319" cy="966298"/>
          </a:xfrm>
        </p:spPr>
        <p:txBody>
          <a:bodyPr>
            <a:normAutofit/>
          </a:bodyPr>
          <a:lstStyle>
            <a:lvl1pPr>
              <a:defRPr/>
            </a:lvl1pPr>
          </a:lstStyle>
          <a:p>
            <a:r>
              <a:rPr lang="en-GB"/>
              <a:t>No more than 2 lines or ~8 words</a:t>
            </a:r>
            <a:endParaRPr lang="en-US"/>
          </a:p>
        </p:txBody>
      </p:sp>
      <p:sp>
        <p:nvSpPr>
          <p:cNvPr id="8" name="文字版面配置區 7">
            <a:extLst>
              <a:ext uri="{FF2B5EF4-FFF2-40B4-BE49-F238E27FC236}">
                <a16:creationId xmlns:a16="http://schemas.microsoft.com/office/drawing/2014/main" id="{29EFBB59-1C4A-45F8-89AC-7733A9D580D7}"/>
              </a:ext>
            </a:extLst>
          </p:cNvPr>
          <p:cNvSpPr>
            <a:spLocks noGrp="1"/>
          </p:cNvSpPr>
          <p:nvPr>
            <p:ph type="body" sz="quarter" idx="14" hasCustomPrompt="1"/>
          </p:nvPr>
        </p:nvSpPr>
        <p:spPr>
          <a:xfrm>
            <a:off x="6771947" y="3272982"/>
            <a:ext cx="2040089" cy="416607"/>
          </a:xfrm>
        </p:spPr>
        <p:txBody>
          <a:bodyPr>
            <a:normAutofit/>
          </a:bodyPr>
          <a:lstStyle>
            <a:lvl1pPr marL="0" indent="0">
              <a:lnSpc>
                <a:spcPct val="100000"/>
              </a:lnSpc>
              <a:buNone/>
              <a:defRPr sz="2400" b="1"/>
            </a:lvl1pPr>
          </a:lstStyle>
          <a:p>
            <a:pPr lvl="0"/>
            <a:r>
              <a:rPr kumimoji="1" lang="en" altLang="zh-TW"/>
              <a:t>00%</a:t>
            </a:r>
            <a:endParaRPr kumimoji="1" lang="zh-TW" altLang="en-US"/>
          </a:p>
        </p:txBody>
      </p:sp>
      <p:sp>
        <p:nvSpPr>
          <p:cNvPr id="9" name="文字版面配置區 7">
            <a:extLst>
              <a:ext uri="{FF2B5EF4-FFF2-40B4-BE49-F238E27FC236}">
                <a16:creationId xmlns:a16="http://schemas.microsoft.com/office/drawing/2014/main" id="{1D169AAA-3165-4256-B813-3228246C17F4}"/>
              </a:ext>
            </a:extLst>
          </p:cNvPr>
          <p:cNvSpPr>
            <a:spLocks noGrp="1"/>
          </p:cNvSpPr>
          <p:nvPr>
            <p:ph type="body" sz="quarter" idx="15" hasCustomPrompt="1"/>
          </p:nvPr>
        </p:nvSpPr>
        <p:spPr>
          <a:xfrm>
            <a:off x="4572114" y="3272982"/>
            <a:ext cx="2040089" cy="416607"/>
          </a:xfrm>
        </p:spPr>
        <p:txBody>
          <a:bodyPr>
            <a:normAutofit/>
          </a:bodyPr>
          <a:lstStyle>
            <a:lvl1pPr marL="0" indent="0">
              <a:lnSpc>
                <a:spcPct val="100000"/>
              </a:lnSpc>
              <a:buNone/>
              <a:defRPr sz="2400" b="1"/>
            </a:lvl1pPr>
          </a:lstStyle>
          <a:p>
            <a:pPr lvl="0"/>
            <a:r>
              <a:rPr kumimoji="1" lang="en" altLang="zh-TW"/>
              <a:t>00%</a:t>
            </a:r>
            <a:endParaRPr kumimoji="1" lang="zh-TW" altLang="en-US"/>
          </a:p>
        </p:txBody>
      </p:sp>
      <p:sp>
        <p:nvSpPr>
          <p:cNvPr id="10" name="文字版面配置區 7">
            <a:extLst>
              <a:ext uri="{FF2B5EF4-FFF2-40B4-BE49-F238E27FC236}">
                <a16:creationId xmlns:a16="http://schemas.microsoft.com/office/drawing/2014/main" id="{989A0DB5-9D61-4BD1-BA51-B2CDDC18D09E}"/>
              </a:ext>
            </a:extLst>
          </p:cNvPr>
          <p:cNvSpPr>
            <a:spLocks noGrp="1"/>
          </p:cNvSpPr>
          <p:nvPr>
            <p:ph type="body" sz="quarter" idx="16" hasCustomPrompt="1"/>
          </p:nvPr>
        </p:nvSpPr>
        <p:spPr>
          <a:xfrm>
            <a:off x="6771947" y="3782169"/>
            <a:ext cx="2040089" cy="606395"/>
          </a:xfrm>
        </p:spPr>
        <p:txBody>
          <a:bodyPr>
            <a:normAutofit/>
          </a:bodyPr>
          <a:lstStyle>
            <a:lvl1pPr marL="0" indent="0">
              <a:lnSpc>
                <a:spcPct val="100000"/>
              </a:lnSpc>
              <a:buNone/>
              <a:defRPr sz="1200"/>
            </a:lvl1pPr>
          </a:lstStyle>
          <a:p>
            <a:pPr lvl="0"/>
            <a:r>
              <a:rPr kumimoji="1" lang="en" altLang="zh-TW"/>
              <a:t>Recommended </a:t>
            </a:r>
            <a:r>
              <a:rPr kumimoji="1" lang="en" altLang="zh-TW" err="1"/>
              <a:t>leng</a:t>
            </a:r>
            <a:r>
              <a:rPr kumimoji="1" lang="en-SG" altLang="zh-TW" err="1"/>
              <a:t>th</a:t>
            </a:r>
            <a:r>
              <a:rPr kumimoji="1" lang="en" altLang="zh-TW"/>
              <a:t>: no more than 10-15 words</a:t>
            </a:r>
            <a:endParaRPr kumimoji="1" lang="zh-TW" altLang="en-US"/>
          </a:p>
        </p:txBody>
      </p:sp>
      <p:sp>
        <p:nvSpPr>
          <p:cNvPr id="11" name="文字版面配置區 7">
            <a:extLst>
              <a:ext uri="{FF2B5EF4-FFF2-40B4-BE49-F238E27FC236}">
                <a16:creationId xmlns:a16="http://schemas.microsoft.com/office/drawing/2014/main" id="{CACB3105-943B-42E6-888D-D17B5C5B83F2}"/>
              </a:ext>
            </a:extLst>
          </p:cNvPr>
          <p:cNvSpPr>
            <a:spLocks noGrp="1"/>
          </p:cNvSpPr>
          <p:nvPr>
            <p:ph type="body" sz="quarter" idx="17" hasCustomPrompt="1"/>
          </p:nvPr>
        </p:nvSpPr>
        <p:spPr>
          <a:xfrm>
            <a:off x="4572114" y="3782169"/>
            <a:ext cx="2040089" cy="606395"/>
          </a:xfrm>
        </p:spPr>
        <p:txBody>
          <a:bodyPr>
            <a:normAutofit/>
          </a:bodyPr>
          <a:lstStyle>
            <a:lvl1pPr marL="0" indent="0">
              <a:lnSpc>
                <a:spcPct val="100000"/>
              </a:lnSpc>
              <a:buNone/>
              <a:defRPr sz="1200"/>
            </a:lvl1pPr>
          </a:lstStyle>
          <a:p>
            <a:pPr lvl="0"/>
            <a:r>
              <a:rPr kumimoji="1" lang="en" altLang="zh-TW"/>
              <a:t>Recommended length: no more than 10-15 words</a:t>
            </a:r>
            <a:endParaRPr kumimoji="1" lang="zh-TW" altLang="en-US"/>
          </a:p>
        </p:txBody>
      </p:sp>
      <p:sp>
        <p:nvSpPr>
          <p:cNvPr id="12" name="Text Placeholder 18">
            <a:extLst>
              <a:ext uri="{FF2B5EF4-FFF2-40B4-BE49-F238E27FC236}">
                <a16:creationId xmlns:a16="http://schemas.microsoft.com/office/drawing/2014/main" id="{D438E695-82AE-42AA-8E76-92C246DA2E6E}"/>
              </a:ext>
            </a:extLst>
          </p:cNvPr>
          <p:cNvSpPr>
            <a:spLocks noGrp="1"/>
          </p:cNvSpPr>
          <p:nvPr>
            <p:ph type="body" sz="quarter" idx="19" hasCustomPrompt="1"/>
          </p:nvPr>
        </p:nvSpPr>
        <p:spPr>
          <a:xfrm>
            <a:off x="336311" y="1171429"/>
            <a:ext cx="3864319" cy="3217136"/>
          </a:xfrm>
        </p:spPr>
        <p:txBody>
          <a:bodyPr>
            <a:normAutofit/>
          </a:bodyPr>
          <a:lstStyle>
            <a:lvl1pPr marL="0" indent="0">
              <a:buNone/>
              <a:defRPr sz="1600"/>
            </a:lvl1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~100-110 words. We added this rough word count so that you can use AI to easily make summaries that fit within a certain word count and make the layout look really good.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This is what it will look like when you fill it up you just have to make sure you come up with the text you want first before giving it to an AI tool to summarize.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Image + three points · L48">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Title 7">
            <a:extLst>
              <a:ext uri="{FF2B5EF4-FFF2-40B4-BE49-F238E27FC236}">
                <a16:creationId xmlns:a16="http://schemas.microsoft.com/office/drawing/2014/main" id="{3B07BE1B-876B-456D-B142-B3F9BF10C607}"/>
              </a:ext>
            </a:extLst>
          </p:cNvPr>
          <p:cNvSpPr>
            <a:spLocks noGrp="1"/>
          </p:cNvSpPr>
          <p:nvPr>
            <p:ph type="title" hasCustomPrompt="1"/>
          </p:nvPr>
        </p:nvSpPr>
        <p:spPr>
          <a:xfrm>
            <a:off x="4813020" y="386851"/>
            <a:ext cx="3999017" cy="332707"/>
          </a:xfrm>
        </p:spPr>
        <p:txBody>
          <a:bodyPr>
            <a:normAutofit/>
          </a:bodyPr>
          <a:lstStyle>
            <a:lvl1pPr>
              <a:defRPr/>
            </a:lvl1pPr>
          </a:lstStyle>
          <a:p>
            <a:pPr lvl="0"/>
            <a:r>
              <a:rPr kumimoji="1" lang="en" altLang="zh-TW"/>
              <a:t>This title can be about 6 words</a:t>
            </a:r>
          </a:p>
        </p:txBody>
      </p:sp>
      <p:sp>
        <p:nvSpPr>
          <p:cNvPr id="7" name="文字版面配置區 17">
            <a:extLst>
              <a:ext uri="{FF2B5EF4-FFF2-40B4-BE49-F238E27FC236}">
                <a16:creationId xmlns:a16="http://schemas.microsoft.com/office/drawing/2014/main" id="{B4632D5C-EDD6-49D7-A9E9-051143D203F7}"/>
              </a:ext>
            </a:extLst>
          </p:cNvPr>
          <p:cNvSpPr>
            <a:spLocks noGrp="1"/>
          </p:cNvSpPr>
          <p:nvPr>
            <p:ph type="body" sz="quarter" idx="14" hasCustomPrompt="1"/>
          </p:nvPr>
        </p:nvSpPr>
        <p:spPr>
          <a:xfrm>
            <a:off x="4813020" y="1750919"/>
            <a:ext cx="3996100" cy="332707"/>
          </a:xfrm>
        </p:spPr>
        <p:txBody>
          <a:bodyPr>
            <a:noAutofit/>
          </a:bodyPr>
          <a:lstStyle>
            <a:lvl1pPr marL="0" indent="0">
              <a:lnSpc>
                <a:spcPct val="100000"/>
              </a:lnSpc>
              <a:spcBef>
                <a:spcPts val="0"/>
              </a:spcBef>
              <a:buNone/>
              <a:defRPr sz="1800" b="1"/>
            </a:lvl1pPr>
          </a:lstStyle>
          <a:p>
            <a:pPr lvl="0"/>
            <a:r>
              <a:rPr kumimoji="1" lang="en" altLang="zh-TW"/>
              <a:t>This title can be about 6 words</a:t>
            </a:r>
          </a:p>
        </p:txBody>
      </p:sp>
      <p:sp>
        <p:nvSpPr>
          <p:cNvPr id="8" name="文字版面配置區 17">
            <a:extLst>
              <a:ext uri="{FF2B5EF4-FFF2-40B4-BE49-F238E27FC236}">
                <a16:creationId xmlns:a16="http://schemas.microsoft.com/office/drawing/2014/main" id="{69866025-17AF-4BF9-8E07-285B8BC09753}"/>
              </a:ext>
            </a:extLst>
          </p:cNvPr>
          <p:cNvSpPr>
            <a:spLocks noGrp="1"/>
          </p:cNvSpPr>
          <p:nvPr>
            <p:ph type="body" sz="quarter" idx="16" hasCustomPrompt="1"/>
          </p:nvPr>
        </p:nvSpPr>
        <p:spPr>
          <a:xfrm>
            <a:off x="4813020" y="3076251"/>
            <a:ext cx="3996100" cy="332707"/>
          </a:xfrm>
        </p:spPr>
        <p:txBody>
          <a:bodyPr>
            <a:noAutofit/>
          </a:bodyPr>
          <a:lstStyle>
            <a:lvl1pPr marL="0" indent="0">
              <a:lnSpc>
                <a:spcPct val="100000"/>
              </a:lnSpc>
              <a:spcBef>
                <a:spcPts val="0"/>
              </a:spcBef>
              <a:buNone/>
              <a:defRPr sz="1800" b="1"/>
            </a:lvl1pPr>
          </a:lstStyle>
          <a:p>
            <a:pPr lvl="0"/>
            <a:r>
              <a:rPr kumimoji="1" lang="en" altLang="zh-TW"/>
              <a:t>This title can be about 6 words</a:t>
            </a:r>
          </a:p>
        </p:txBody>
      </p:sp>
      <p:sp>
        <p:nvSpPr>
          <p:cNvPr id="9" name="Text Placeholder 18">
            <a:extLst>
              <a:ext uri="{FF2B5EF4-FFF2-40B4-BE49-F238E27FC236}">
                <a16:creationId xmlns:a16="http://schemas.microsoft.com/office/drawing/2014/main" id="{49699DE8-8242-4CCE-AB1F-8F3E2BF237F5}"/>
              </a:ext>
            </a:extLst>
          </p:cNvPr>
          <p:cNvSpPr>
            <a:spLocks noGrp="1"/>
          </p:cNvSpPr>
          <p:nvPr>
            <p:ph type="body" sz="quarter" idx="21" hasCustomPrompt="1"/>
          </p:nvPr>
        </p:nvSpPr>
        <p:spPr>
          <a:xfrm>
            <a:off x="4813020" y="2143514"/>
            <a:ext cx="3996100" cy="726931"/>
          </a:xfrm>
        </p:spPr>
        <p:txBody>
          <a:bodyPr>
            <a:normAutofit/>
          </a:bodyPr>
          <a:lstStyle>
            <a:lvl1pPr marL="0" indent="0">
              <a:buNone/>
              <a:defRPr sz="1100"/>
            </a:lvl1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~40-50 words. We added this rough word count so that you can use AI to easily make summaries that fit within a certain word count and make the layout look really good. Never </a:t>
            </a:r>
            <a:r>
              <a:rPr lang="en-US" err="1"/>
              <a:t>gonna</a:t>
            </a:r>
            <a:r>
              <a:rPr lang="en-US"/>
              <a:t> give you up. </a:t>
            </a:r>
          </a:p>
        </p:txBody>
      </p:sp>
      <p:sp>
        <p:nvSpPr>
          <p:cNvPr id="10" name="Text Placeholder 18">
            <a:extLst>
              <a:ext uri="{FF2B5EF4-FFF2-40B4-BE49-F238E27FC236}">
                <a16:creationId xmlns:a16="http://schemas.microsoft.com/office/drawing/2014/main" id="{BDAA83F4-EFB0-4BC7-B006-C7CE349E66BE}"/>
              </a:ext>
            </a:extLst>
          </p:cNvPr>
          <p:cNvSpPr>
            <a:spLocks noGrp="1"/>
          </p:cNvSpPr>
          <p:nvPr>
            <p:ph type="body" sz="quarter" idx="22" hasCustomPrompt="1"/>
          </p:nvPr>
        </p:nvSpPr>
        <p:spPr>
          <a:xfrm>
            <a:off x="4813020" y="3468846"/>
            <a:ext cx="3996100" cy="726931"/>
          </a:xfrm>
        </p:spPr>
        <p:txBody>
          <a:bodyPr>
            <a:normAutofit/>
          </a:bodyPr>
          <a:lstStyle>
            <a:lvl1pPr marL="0" indent="0">
              <a:buNone/>
              <a:defRPr sz="1100"/>
            </a:lvl1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~40-50 words. We added this rough word count so that you can use AI to easily make summaries that fit within a certain word count and make the layout look really good. Never </a:t>
            </a:r>
            <a:r>
              <a:rPr lang="en-US" err="1"/>
              <a:t>gonna</a:t>
            </a:r>
            <a:r>
              <a:rPr lang="en-US"/>
              <a:t> give you up. </a:t>
            </a:r>
          </a:p>
        </p:txBody>
      </p:sp>
      <p:sp>
        <p:nvSpPr>
          <p:cNvPr id="11" name="Text Placeholder 18">
            <a:extLst>
              <a:ext uri="{FF2B5EF4-FFF2-40B4-BE49-F238E27FC236}">
                <a16:creationId xmlns:a16="http://schemas.microsoft.com/office/drawing/2014/main" id="{5E94C3AE-F8E6-4E03-B81D-0B1023528BEE}"/>
              </a:ext>
            </a:extLst>
          </p:cNvPr>
          <p:cNvSpPr>
            <a:spLocks noGrp="1"/>
          </p:cNvSpPr>
          <p:nvPr>
            <p:ph type="body" sz="quarter" idx="23" hasCustomPrompt="1"/>
          </p:nvPr>
        </p:nvSpPr>
        <p:spPr>
          <a:xfrm>
            <a:off x="4813020" y="787059"/>
            <a:ext cx="3996100" cy="725468"/>
          </a:xfrm>
        </p:spPr>
        <p:txBody>
          <a:bodyPr>
            <a:normAutofit/>
          </a:bodyPr>
          <a:lstStyle>
            <a:lvl1pPr marL="0" indent="0">
              <a:buNone/>
              <a:defRPr sz="1100"/>
            </a:lvl1pPr>
          </a:lstStyle>
          <a:p>
            <a:pPr marL="171454" marR="0" lvl="0" indent="-171454" algn="l" defTabSz="9144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This entire text box can fit roughly around ~40-50 words. We added this rough word count so that you can use AI to easily make summaries that fit within a certain word count and make the layout look really good. Never </a:t>
            </a:r>
            <a:r>
              <a:rPr lang="en-US" err="1"/>
              <a:t>gonna</a:t>
            </a:r>
            <a:r>
              <a:rPr lang="en-US"/>
              <a:t> give you up. </a:t>
            </a:r>
          </a:p>
        </p:txBody>
      </p:sp>
      <p:sp>
        <p:nvSpPr>
          <p:cNvPr id="12" name="Picture Placeholder 8">
            <a:extLst>
              <a:ext uri="{FF2B5EF4-FFF2-40B4-BE49-F238E27FC236}">
                <a16:creationId xmlns:a16="http://schemas.microsoft.com/office/drawing/2014/main" id="{52A20476-4420-433A-9009-89ADF1FAE099}"/>
              </a:ext>
            </a:extLst>
          </p:cNvPr>
          <p:cNvSpPr>
            <a:spLocks noGrp="1"/>
          </p:cNvSpPr>
          <p:nvPr>
            <p:ph type="pic" sz="quarter" idx="28"/>
          </p:nvPr>
        </p:nvSpPr>
        <p:spPr>
          <a:xfrm>
            <a:off x="332193" y="108911"/>
            <a:ext cx="4239921" cy="4279654"/>
          </a:xfrm>
          <a:solidFill>
            <a:srgbClr val="F7F7F7"/>
          </a:solidFill>
        </p:spPr>
        <p:txBody>
          <a:bodyPr/>
          <a:lstStyle>
            <a:lvl1pPr marL="0" indent="0">
              <a:buNone/>
              <a:defRPr/>
            </a:lvl1p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collage · L42">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3A290534-F24B-4630-9F79-142F5A6773D6}"/>
              </a:ext>
            </a:extLst>
          </p:cNvPr>
          <p:cNvSpPr>
            <a:spLocks noGrp="1" noChangeAspect="1"/>
          </p:cNvSpPr>
          <p:nvPr>
            <p:ph type="pic" sz="quarter" idx="13" hasCustomPrompt="1"/>
          </p:nvPr>
        </p:nvSpPr>
        <p:spPr>
          <a:xfrm>
            <a:off x="332192" y="110238"/>
            <a:ext cx="2674211" cy="1113930"/>
          </a:xfrm>
          <a:solidFill>
            <a:srgbClr val="F7F7F7"/>
          </a:solidFill>
        </p:spPr>
        <p:txBody>
          <a:bodyPr/>
          <a:lstStyle>
            <a:lvl1pPr marL="0" indent="0">
              <a:buNone/>
              <a:defRPr/>
            </a:lvl1pPr>
          </a:lstStyle>
          <a:p>
            <a:r>
              <a:rPr lang="en-US"/>
              <a:t>Picture 1</a:t>
            </a:r>
          </a:p>
        </p:txBody>
      </p:sp>
      <p:sp>
        <p:nvSpPr>
          <p:cNvPr id="7" name="Picture Placeholder 10">
            <a:extLst>
              <a:ext uri="{FF2B5EF4-FFF2-40B4-BE49-F238E27FC236}">
                <a16:creationId xmlns:a16="http://schemas.microsoft.com/office/drawing/2014/main" id="{8207BE8F-9AEB-4697-8B52-E6461809B581}"/>
              </a:ext>
            </a:extLst>
          </p:cNvPr>
          <p:cNvSpPr>
            <a:spLocks noGrp="1" noChangeAspect="1"/>
          </p:cNvSpPr>
          <p:nvPr>
            <p:ph type="pic" sz="quarter" idx="14" hasCustomPrompt="1"/>
          </p:nvPr>
        </p:nvSpPr>
        <p:spPr>
          <a:xfrm>
            <a:off x="332192" y="1395934"/>
            <a:ext cx="2674211" cy="2992630"/>
          </a:xfrm>
          <a:solidFill>
            <a:srgbClr val="F7F7F7"/>
          </a:solidFill>
        </p:spPr>
        <p:txBody>
          <a:bodyPr/>
          <a:lstStyle>
            <a:lvl1pPr marL="0" indent="0">
              <a:buNone/>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Picture 2</a:t>
            </a:r>
          </a:p>
        </p:txBody>
      </p:sp>
      <p:sp>
        <p:nvSpPr>
          <p:cNvPr id="8" name="Picture Placeholder 10">
            <a:extLst>
              <a:ext uri="{FF2B5EF4-FFF2-40B4-BE49-F238E27FC236}">
                <a16:creationId xmlns:a16="http://schemas.microsoft.com/office/drawing/2014/main" id="{382CEF81-ECB2-4D1C-8DD1-7C1147456D48}"/>
              </a:ext>
            </a:extLst>
          </p:cNvPr>
          <p:cNvSpPr>
            <a:spLocks noGrp="1" noChangeAspect="1"/>
          </p:cNvSpPr>
          <p:nvPr>
            <p:ph type="pic" sz="quarter" idx="15" hasCustomPrompt="1"/>
          </p:nvPr>
        </p:nvSpPr>
        <p:spPr>
          <a:xfrm>
            <a:off x="3221912" y="110238"/>
            <a:ext cx="2700405" cy="4278327"/>
          </a:xfrm>
          <a:solidFill>
            <a:srgbClr val="F7F7F7"/>
          </a:solidFill>
        </p:spPr>
        <p:txBody>
          <a:bodyPr/>
          <a:lstStyle>
            <a:lvl1pPr marL="0" indent="0">
              <a:buNone/>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Picture 3</a:t>
            </a:r>
          </a:p>
        </p:txBody>
      </p:sp>
      <p:sp>
        <p:nvSpPr>
          <p:cNvPr id="9" name="Picture Placeholder 10">
            <a:extLst>
              <a:ext uri="{FF2B5EF4-FFF2-40B4-BE49-F238E27FC236}">
                <a16:creationId xmlns:a16="http://schemas.microsoft.com/office/drawing/2014/main" id="{6D2906A9-B152-4676-A97D-5C3B986FB887}"/>
              </a:ext>
            </a:extLst>
          </p:cNvPr>
          <p:cNvSpPr>
            <a:spLocks noGrp="1" noChangeAspect="1"/>
          </p:cNvSpPr>
          <p:nvPr>
            <p:ph type="pic" sz="quarter" idx="16" hasCustomPrompt="1"/>
          </p:nvPr>
        </p:nvSpPr>
        <p:spPr>
          <a:xfrm>
            <a:off x="6137826" y="110237"/>
            <a:ext cx="2674211" cy="2125856"/>
          </a:xfrm>
          <a:solidFill>
            <a:srgbClr val="F7F7F7"/>
          </a:solidFill>
        </p:spPr>
        <p:txBody>
          <a:bodyPr/>
          <a:lstStyle>
            <a:lvl1pPr marL="0" indent="0">
              <a:buNone/>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Picture 4</a:t>
            </a:r>
          </a:p>
        </p:txBody>
      </p:sp>
      <p:sp>
        <p:nvSpPr>
          <p:cNvPr id="10" name="Picture Placeholder 10">
            <a:extLst>
              <a:ext uri="{FF2B5EF4-FFF2-40B4-BE49-F238E27FC236}">
                <a16:creationId xmlns:a16="http://schemas.microsoft.com/office/drawing/2014/main" id="{B9499202-3698-4A2B-8FA7-5B9DBB456BF7}"/>
              </a:ext>
            </a:extLst>
          </p:cNvPr>
          <p:cNvSpPr>
            <a:spLocks noGrp="1" noChangeAspect="1"/>
          </p:cNvSpPr>
          <p:nvPr>
            <p:ph type="pic" sz="quarter" idx="17" hasCustomPrompt="1"/>
          </p:nvPr>
        </p:nvSpPr>
        <p:spPr>
          <a:xfrm>
            <a:off x="6137825" y="2449766"/>
            <a:ext cx="2674211" cy="1938799"/>
          </a:xfrm>
          <a:solidFill>
            <a:srgbClr val="F7F7F7"/>
          </a:solidFill>
        </p:spPr>
        <p:txBody>
          <a:bodyPr/>
          <a:lstStyle>
            <a:lvl1pPr marL="0" indent="0">
              <a:buNone/>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Picture 5</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am of 10 · L15">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Picture Placeholder 8">
            <a:extLst>
              <a:ext uri="{FF2B5EF4-FFF2-40B4-BE49-F238E27FC236}">
                <a16:creationId xmlns:a16="http://schemas.microsoft.com/office/drawing/2014/main" id="{3DDC91B9-5E62-4794-A8E3-97DDA1F3B1E7}"/>
              </a:ext>
            </a:extLst>
          </p:cNvPr>
          <p:cNvSpPr>
            <a:spLocks noGrp="1"/>
          </p:cNvSpPr>
          <p:nvPr>
            <p:ph type="pic" sz="quarter" idx="28"/>
          </p:nvPr>
        </p:nvSpPr>
        <p:spPr>
          <a:xfrm>
            <a:off x="332174" y="605097"/>
            <a:ext cx="1563339" cy="1284131"/>
          </a:xfrm>
          <a:solidFill>
            <a:srgbClr val="F7F7F7"/>
          </a:solidFill>
        </p:spPr>
        <p:txBody>
          <a:bodyPr/>
          <a:lstStyle>
            <a:lvl1pPr marL="0" indent="0">
              <a:buNone/>
              <a:defRPr/>
            </a:lvl1pPr>
          </a:lstStyle>
          <a:p>
            <a:endParaRPr lang="en-US"/>
          </a:p>
        </p:txBody>
      </p:sp>
      <p:sp>
        <p:nvSpPr>
          <p:cNvPr id="7" name="Picture Placeholder 8">
            <a:extLst>
              <a:ext uri="{FF2B5EF4-FFF2-40B4-BE49-F238E27FC236}">
                <a16:creationId xmlns:a16="http://schemas.microsoft.com/office/drawing/2014/main" id="{2BF10B7B-DF80-4ED9-97CB-6C817C3C2AE1}"/>
              </a:ext>
            </a:extLst>
          </p:cNvPr>
          <p:cNvSpPr>
            <a:spLocks noGrp="1"/>
          </p:cNvSpPr>
          <p:nvPr>
            <p:ph type="pic" sz="quarter" idx="63"/>
          </p:nvPr>
        </p:nvSpPr>
        <p:spPr>
          <a:xfrm>
            <a:off x="2061304" y="605097"/>
            <a:ext cx="1563339" cy="1284131"/>
          </a:xfrm>
          <a:solidFill>
            <a:srgbClr val="F7F7F7"/>
          </a:solidFill>
        </p:spPr>
        <p:txBody>
          <a:bodyPr/>
          <a:lstStyle>
            <a:lvl1pPr marL="0" indent="0">
              <a:buNone/>
              <a:defRPr/>
            </a:lvl1pPr>
          </a:lstStyle>
          <a:p>
            <a:endParaRPr lang="en-US"/>
          </a:p>
        </p:txBody>
      </p:sp>
      <p:sp>
        <p:nvSpPr>
          <p:cNvPr id="8" name="Picture Placeholder 8">
            <a:extLst>
              <a:ext uri="{FF2B5EF4-FFF2-40B4-BE49-F238E27FC236}">
                <a16:creationId xmlns:a16="http://schemas.microsoft.com/office/drawing/2014/main" id="{0F64CDF7-CD20-43B2-9C70-DE7A364E93E3}"/>
              </a:ext>
            </a:extLst>
          </p:cNvPr>
          <p:cNvSpPr>
            <a:spLocks noGrp="1"/>
          </p:cNvSpPr>
          <p:nvPr>
            <p:ph type="pic" sz="quarter" idx="64"/>
          </p:nvPr>
        </p:nvSpPr>
        <p:spPr>
          <a:xfrm>
            <a:off x="3790437" y="605097"/>
            <a:ext cx="1563339" cy="1284131"/>
          </a:xfrm>
          <a:solidFill>
            <a:srgbClr val="F7F7F7"/>
          </a:solidFill>
        </p:spPr>
        <p:txBody>
          <a:bodyPr/>
          <a:lstStyle>
            <a:lvl1pPr marL="0" indent="0">
              <a:buNone/>
              <a:defRPr/>
            </a:lvl1pPr>
          </a:lstStyle>
          <a:p>
            <a:endParaRPr lang="en-US"/>
          </a:p>
        </p:txBody>
      </p:sp>
      <p:sp>
        <p:nvSpPr>
          <p:cNvPr id="9" name="Picture Placeholder 8">
            <a:extLst>
              <a:ext uri="{FF2B5EF4-FFF2-40B4-BE49-F238E27FC236}">
                <a16:creationId xmlns:a16="http://schemas.microsoft.com/office/drawing/2014/main" id="{98F44102-902F-4F3D-804E-F946234A853E}"/>
              </a:ext>
            </a:extLst>
          </p:cNvPr>
          <p:cNvSpPr>
            <a:spLocks noGrp="1"/>
          </p:cNvSpPr>
          <p:nvPr>
            <p:ph type="pic" sz="quarter" idx="65"/>
          </p:nvPr>
        </p:nvSpPr>
        <p:spPr>
          <a:xfrm>
            <a:off x="5519566" y="605097"/>
            <a:ext cx="1563339" cy="1284131"/>
          </a:xfrm>
          <a:solidFill>
            <a:srgbClr val="F7F7F7"/>
          </a:solidFill>
        </p:spPr>
        <p:txBody>
          <a:bodyPr/>
          <a:lstStyle>
            <a:lvl1pPr marL="0" indent="0">
              <a:buNone/>
              <a:defRPr/>
            </a:lvl1pPr>
          </a:lstStyle>
          <a:p>
            <a:endParaRPr lang="en-US"/>
          </a:p>
        </p:txBody>
      </p:sp>
      <p:sp>
        <p:nvSpPr>
          <p:cNvPr id="10" name="Picture Placeholder 8">
            <a:extLst>
              <a:ext uri="{FF2B5EF4-FFF2-40B4-BE49-F238E27FC236}">
                <a16:creationId xmlns:a16="http://schemas.microsoft.com/office/drawing/2014/main" id="{91E18C0A-ADFD-4CC9-9DCE-9EA2E5995A50}"/>
              </a:ext>
            </a:extLst>
          </p:cNvPr>
          <p:cNvSpPr>
            <a:spLocks noGrp="1"/>
          </p:cNvSpPr>
          <p:nvPr>
            <p:ph type="pic" sz="quarter" idx="66"/>
          </p:nvPr>
        </p:nvSpPr>
        <p:spPr>
          <a:xfrm>
            <a:off x="7248697" y="605097"/>
            <a:ext cx="1563339" cy="1284131"/>
          </a:xfrm>
          <a:solidFill>
            <a:srgbClr val="F7F7F7"/>
          </a:solidFill>
        </p:spPr>
        <p:txBody>
          <a:bodyPr/>
          <a:lstStyle>
            <a:lvl1pPr marL="0" indent="0">
              <a:buNone/>
              <a:defRPr/>
            </a:lvl1pPr>
          </a:lstStyle>
          <a:p>
            <a:endParaRPr lang="en-US"/>
          </a:p>
        </p:txBody>
      </p:sp>
      <p:sp>
        <p:nvSpPr>
          <p:cNvPr id="11" name="Text Placeholder 3">
            <a:extLst>
              <a:ext uri="{FF2B5EF4-FFF2-40B4-BE49-F238E27FC236}">
                <a16:creationId xmlns:a16="http://schemas.microsoft.com/office/drawing/2014/main" id="{85F83F83-508B-42E1-A07D-2AE58F95C260}"/>
              </a:ext>
            </a:extLst>
          </p:cNvPr>
          <p:cNvSpPr>
            <a:spLocks noGrp="1"/>
          </p:cNvSpPr>
          <p:nvPr>
            <p:ph type="body" sz="quarter" idx="53" hasCustomPrompt="1"/>
          </p:nvPr>
        </p:nvSpPr>
        <p:spPr>
          <a:xfrm>
            <a:off x="2061322" y="2029463"/>
            <a:ext cx="1563329" cy="202266"/>
          </a:xfrm>
        </p:spPr>
        <p:txBody>
          <a:bodyPr>
            <a:noAutofit/>
          </a:bodyPr>
          <a:lstStyle>
            <a:lvl1pPr marL="0" indent="0">
              <a:buFontTx/>
              <a:buNone/>
              <a:defRPr sz="1100" b="1"/>
            </a:lvl1pPr>
          </a:lstStyle>
          <a:p>
            <a:pPr lvl="0"/>
            <a:r>
              <a:rPr lang="en-GB"/>
              <a:t>Name</a:t>
            </a:r>
            <a:endParaRPr lang="en-US"/>
          </a:p>
        </p:txBody>
      </p:sp>
      <p:sp>
        <p:nvSpPr>
          <p:cNvPr id="12" name="Text Placeholder 3">
            <a:extLst>
              <a:ext uri="{FF2B5EF4-FFF2-40B4-BE49-F238E27FC236}">
                <a16:creationId xmlns:a16="http://schemas.microsoft.com/office/drawing/2014/main" id="{D174B529-4C83-45AD-8A37-C4B7E7F3CE16}"/>
              </a:ext>
            </a:extLst>
          </p:cNvPr>
          <p:cNvSpPr>
            <a:spLocks noGrp="1"/>
          </p:cNvSpPr>
          <p:nvPr>
            <p:ph type="body" sz="quarter" idx="54" hasCustomPrompt="1"/>
          </p:nvPr>
        </p:nvSpPr>
        <p:spPr>
          <a:xfrm>
            <a:off x="2061319" y="2242424"/>
            <a:ext cx="1563329" cy="202266"/>
          </a:xfrm>
        </p:spPr>
        <p:txBody>
          <a:bodyPr>
            <a:noAutofit/>
          </a:bodyPr>
          <a:lstStyle>
            <a:lvl1pPr marL="0" indent="0">
              <a:buFontTx/>
              <a:buNone/>
              <a:defRPr sz="1100" b="0"/>
            </a:lvl1pPr>
          </a:lstStyle>
          <a:p>
            <a:pPr lvl="0"/>
            <a:r>
              <a:rPr lang="en-GB"/>
              <a:t>Title</a:t>
            </a:r>
            <a:endParaRPr lang="en-US"/>
          </a:p>
        </p:txBody>
      </p:sp>
      <p:sp>
        <p:nvSpPr>
          <p:cNvPr id="13" name="Text Placeholder 3">
            <a:extLst>
              <a:ext uri="{FF2B5EF4-FFF2-40B4-BE49-F238E27FC236}">
                <a16:creationId xmlns:a16="http://schemas.microsoft.com/office/drawing/2014/main" id="{ADD21CFF-6BA4-4F7D-A731-9D15C727B685}"/>
              </a:ext>
            </a:extLst>
          </p:cNvPr>
          <p:cNvSpPr>
            <a:spLocks noGrp="1"/>
          </p:cNvSpPr>
          <p:nvPr>
            <p:ph type="body" sz="quarter" idx="55" hasCustomPrompt="1"/>
          </p:nvPr>
        </p:nvSpPr>
        <p:spPr>
          <a:xfrm>
            <a:off x="3790443" y="2029463"/>
            <a:ext cx="1563329" cy="202266"/>
          </a:xfrm>
        </p:spPr>
        <p:txBody>
          <a:bodyPr>
            <a:noAutofit/>
          </a:bodyPr>
          <a:lstStyle>
            <a:lvl1pPr marL="0" indent="0">
              <a:buFontTx/>
              <a:buNone/>
              <a:defRPr sz="1100" b="1"/>
            </a:lvl1pPr>
          </a:lstStyle>
          <a:p>
            <a:pPr lvl="0"/>
            <a:r>
              <a:rPr lang="en-GB"/>
              <a:t>Name</a:t>
            </a:r>
            <a:endParaRPr lang="en-US"/>
          </a:p>
        </p:txBody>
      </p:sp>
      <p:sp>
        <p:nvSpPr>
          <p:cNvPr id="14" name="Text Placeholder 3">
            <a:extLst>
              <a:ext uri="{FF2B5EF4-FFF2-40B4-BE49-F238E27FC236}">
                <a16:creationId xmlns:a16="http://schemas.microsoft.com/office/drawing/2014/main" id="{2C3252FE-7030-4CB4-AB92-2DC314742F89}"/>
              </a:ext>
            </a:extLst>
          </p:cNvPr>
          <p:cNvSpPr>
            <a:spLocks noGrp="1"/>
          </p:cNvSpPr>
          <p:nvPr>
            <p:ph type="body" sz="quarter" idx="56" hasCustomPrompt="1"/>
          </p:nvPr>
        </p:nvSpPr>
        <p:spPr>
          <a:xfrm>
            <a:off x="3790443" y="2242424"/>
            <a:ext cx="1563329" cy="202266"/>
          </a:xfrm>
        </p:spPr>
        <p:txBody>
          <a:bodyPr>
            <a:noAutofit/>
          </a:bodyPr>
          <a:lstStyle>
            <a:lvl1pPr marL="0" indent="0">
              <a:buFontTx/>
              <a:buNone/>
              <a:defRPr sz="1100" b="0"/>
            </a:lvl1pPr>
          </a:lstStyle>
          <a:p>
            <a:pPr lvl="0"/>
            <a:r>
              <a:rPr lang="en-GB"/>
              <a:t>Title</a:t>
            </a:r>
            <a:endParaRPr lang="en-US"/>
          </a:p>
        </p:txBody>
      </p:sp>
      <p:sp>
        <p:nvSpPr>
          <p:cNvPr id="15" name="Text Placeholder 3">
            <a:extLst>
              <a:ext uri="{FF2B5EF4-FFF2-40B4-BE49-F238E27FC236}">
                <a16:creationId xmlns:a16="http://schemas.microsoft.com/office/drawing/2014/main" id="{3881B27C-0B31-420B-A76A-20EE7FC00DB1}"/>
              </a:ext>
            </a:extLst>
          </p:cNvPr>
          <p:cNvSpPr>
            <a:spLocks noGrp="1"/>
          </p:cNvSpPr>
          <p:nvPr>
            <p:ph type="body" sz="quarter" idx="57" hasCustomPrompt="1"/>
          </p:nvPr>
        </p:nvSpPr>
        <p:spPr>
          <a:xfrm>
            <a:off x="5519578" y="2029463"/>
            <a:ext cx="1563329" cy="202266"/>
          </a:xfrm>
        </p:spPr>
        <p:txBody>
          <a:bodyPr>
            <a:noAutofit/>
          </a:bodyPr>
          <a:lstStyle>
            <a:lvl1pPr marL="0" indent="0">
              <a:buFontTx/>
              <a:buNone/>
              <a:defRPr sz="1100" b="1"/>
            </a:lvl1pPr>
          </a:lstStyle>
          <a:p>
            <a:pPr lvl="0"/>
            <a:r>
              <a:rPr lang="en-GB"/>
              <a:t>Name</a:t>
            </a:r>
            <a:endParaRPr lang="en-US"/>
          </a:p>
        </p:txBody>
      </p:sp>
      <p:sp>
        <p:nvSpPr>
          <p:cNvPr id="16" name="Text Placeholder 3">
            <a:extLst>
              <a:ext uri="{FF2B5EF4-FFF2-40B4-BE49-F238E27FC236}">
                <a16:creationId xmlns:a16="http://schemas.microsoft.com/office/drawing/2014/main" id="{912195DF-5F0D-407A-A2AC-E397D44346EB}"/>
              </a:ext>
            </a:extLst>
          </p:cNvPr>
          <p:cNvSpPr>
            <a:spLocks noGrp="1"/>
          </p:cNvSpPr>
          <p:nvPr>
            <p:ph type="body" sz="quarter" idx="58" hasCustomPrompt="1"/>
          </p:nvPr>
        </p:nvSpPr>
        <p:spPr>
          <a:xfrm>
            <a:off x="5519569" y="2242424"/>
            <a:ext cx="1563329" cy="202266"/>
          </a:xfrm>
        </p:spPr>
        <p:txBody>
          <a:bodyPr>
            <a:noAutofit/>
          </a:bodyPr>
          <a:lstStyle>
            <a:lvl1pPr marL="0" indent="0">
              <a:buFontTx/>
              <a:buNone/>
              <a:defRPr sz="1100" b="0"/>
            </a:lvl1pPr>
          </a:lstStyle>
          <a:p>
            <a:pPr lvl="0"/>
            <a:r>
              <a:rPr lang="en-GB"/>
              <a:t>Title</a:t>
            </a:r>
            <a:endParaRPr lang="en-US"/>
          </a:p>
        </p:txBody>
      </p:sp>
      <p:sp>
        <p:nvSpPr>
          <p:cNvPr id="17" name="Text Placeholder 3">
            <a:extLst>
              <a:ext uri="{FF2B5EF4-FFF2-40B4-BE49-F238E27FC236}">
                <a16:creationId xmlns:a16="http://schemas.microsoft.com/office/drawing/2014/main" id="{886565C7-7243-4BE2-8F51-F2D9EB2A813A}"/>
              </a:ext>
            </a:extLst>
          </p:cNvPr>
          <p:cNvSpPr>
            <a:spLocks noGrp="1"/>
          </p:cNvSpPr>
          <p:nvPr>
            <p:ph type="body" sz="quarter" idx="59" hasCustomPrompt="1"/>
          </p:nvPr>
        </p:nvSpPr>
        <p:spPr>
          <a:xfrm>
            <a:off x="7248707" y="2029463"/>
            <a:ext cx="1563329" cy="202266"/>
          </a:xfrm>
        </p:spPr>
        <p:txBody>
          <a:bodyPr>
            <a:noAutofit/>
          </a:bodyPr>
          <a:lstStyle>
            <a:lvl1pPr marL="0" indent="0">
              <a:buFontTx/>
              <a:buNone/>
              <a:defRPr sz="1100" b="1"/>
            </a:lvl1pPr>
          </a:lstStyle>
          <a:p>
            <a:pPr lvl="0"/>
            <a:r>
              <a:rPr lang="en-GB"/>
              <a:t>Name</a:t>
            </a:r>
            <a:endParaRPr lang="en-US"/>
          </a:p>
        </p:txBody>
      </p:sp>
      <p:sp>
        <p:nvSpPr>
          <p:cNvPr id="18" name="Text Placeholder 3">
            <a:extLst>
              <a:ext uri="{FF2B5EF4-FFF2-40B4-BE49-F238E27FC236}">
                <a16:creationId xmlns:a16="http://schemas.microsoft.com/office/drawing/2014/main" id="{D97DCC1E-1847-412B-8ED0-86F9E6B98DED}"/>
              </a:ext>
            </a:extLst>
          </p:cNvPr>
          <p:cNvSpPr>
            <a:spLocks noGrp="1"/>
          </p:cNvSpPr>
          <p:nvPr>
            <p:ph type="body" sz="quarter" idx="60" hasCustomPrompt="1"/>
          </p:nvPr>
        </p:nvSpPr>
        <p:spPr>
          <a:xfrm>
            <a:off x="7248707" y="2242424"/>
            <a:ext cx="1563329" cy="202266"/>
          </a:xfrm>
        </p:spPr>
        <p:txBody>
          <a:bodyPr>
            <a:noAutofit/>
          </a:bodyPr>
          <a:lstStyle>
            <a:lvl1pPr marL="0" indent="0">
              <a:buFontTx/>
              <a:buNone/>
              <a:defRPr sz="1100" b="0"/>
            </a:lvl1pPr>
          </a:lstStyle>
          <a:p>
            <a:pPr lvl="0"/>
            <a:r>
              <a:rPr lang="en-GB"/>
              <a:t>Title</a:t>
            </a:r>
            <a:endParaRPr lang="en-US"/>
          </a:p>
        </p:txBody>
      </p:sp>
      <p:sp>
        <p:nvSpPr>
          <p:cNvPr id="19" name="Text Placeholder 3">
            <a:extLst>
              <a:ext uri="{FF2B5EF4-FFF2-40B4-BE49-F238E27FC236}">
                <a16:creationId xmlns:a16="http://schemas.microsoft.com/office/drawing/2014/main" id="{A95A30E1-377E-4447-AF55-A5B84C43B1F3}"/>
              </a:ext>
            </a:extLst>
          </p:cNvPr>
          <p:cNvSpPr>
            <a:spLocks noGrp="1"/>
          </p:cNvSpPr>
          <p:nvPr>
            <p:ph type="body" sz="quarter" idx="61" hasCustomPrompt="1"/>
          </p:nvPr>
        </p:nvSpPr>
        <p:spPr>
          <a:xfrm>
            <a:off x="332174" y="2029463"/>
            <a:ext cx="1563329" cy="202266"/>
          </a:xfrm>
        </p:spPr>
        <p:txBody>
          <a:bodyPr>
            <a:noAutofit/>
          </a:bodyPr>
          <a:lstStyle>
            <a:lvl1pPr marL="0" indent="0">
              <a:buFontTx/>
              <a:buNone/>
              <a:defRPr sz="1100" b="1"/>
            </a:lvl1pPr>
          </a:lstStyle>
          <a:p>
            <a:pPr lvl="0"/>
            <a:r>
              <a:rPr lang="en-GB"/>
              <a:t>Name</a:t>
            </a:r>
            <a:endParaRPr lang="en-US"/>
          </a:p>
        </p:txBody>
      </p:sp>
      <p:sp>
        <p:nvSpPr>
          <p:cNvPr id="20" name="Text Placeholder 3">
            <a:extLst>
              <a:ext uri="{FF2B5EF4-FFF2-40B4-BE49-F238E27FC236}">
                <a16:creationId xmlns:a16="http://schemas.microsoft.com/office/drawing/2014/main" id="{189304FB-4748-4AFE-B198-2FEC70E93297}"/>
              </a:ext>
            </a:extLst>
          </p:cNvPr>
          <p:cNvSpPr>
            <a:spLocks noGrp="1"/>
          </p:cNvSpPr>
          <p:nvPr>
            <p:ph type="body" sz="quarter" idx="62" hasCustomPrompt="1"/>
          </p:nvPr>
        </p:nvSpPr>
        <p:spPr>
          <a:xfrm>
            <a:off x="332174" y="2242424"/>
            <a:ext cx="1563329" cy="202266"/>
          </a:xfrm>
        </p:spPr>
        <p:txBody>
          <a:bodyPr>
            <a:noAutofit/>
          </a:bodyPr>
          <a:lstStyle>
            <a:lvl1pPr marL="0" indent="0">
              <a:buFontTx/>
              <a:buNone/>
              <a:defRPr sz="1100" b="0"/>
            </a:lvl1pPr>
          </a:lstStyle>
          <a:p>
            <a:pPr lvl="0"/>
            <a:r>
              <a:rPr lang="en-GB"/>
              <a:t>Title</a:t>
            </a:r>
            <a:endParaRPr lang="en-US"/>
          </a:p>
        </p:txBody>
      </p:sp>
      <p:sp>
        <p:nvSpPr>
          <p:cNvPr id="21" name="Picture Placeholder 8">
            <a:extLst>
              <a:ext uri="{FF2B5EF4-FFF2-40B4-BE49-F238E27FC236}">
                <a16:creationId xmlns:a16="http://schemas.microsoft.com/office/drawing/2014/main" id="{47FAE6C2-0F51-46F8-9F2F-33BD4E6A6F98}"/>
              </a:ext>
            </a:extLst>
          </p:cNvPr>
          <p:cNvSpPr>
            <a:spLocks noGrp="1"/>
          </p:cNvSpPr>
          <p:nvPr>
            <p:ph type="pic" sz="quarter" idx="67"/>
          </p:nvPr>
        </p:nvSpPr>
        <p:spPr>
          <a:xfrm>
            <a:off x="332164" y="2548971"/>
            <a:ext cx="1563339" cy="1284131"/>
          </a:xfrm>
          <a:solidFill>
            <a:srgbClr val="F7F7F7"/>
          </a:solidFill>
        </p:spPr>
        <p:txBody>
          <a:bodyPr/>
          <a:lstStyle>
            <a:lvl1pPr marL="0" indent="0">
              <a:buNone/>
              <a:defRPr/>
            </a:lvl1pPr>
          </a:lstStyle>
          <a:p>
            <a:endParaRPr lang="en-US"/>
          </a:p>
        </p:txBody>
      </p:sp>
      <p:sp>
        <p:nvSpPr>
          <p:cNvPr id="22" name="Picture Placeholder 8">
            <a:extLst>
              <a:ext uri="{FF2B5EF4-FFF2-40B4-BE49-F238E27FC236}">
                <a16:creationId xmlns:a16="http://schemas.microsoft.com/office/drawing/2014/main" id="{267EAC61-E15F-478F-A29E-3F231579793E}"/>
              </a:ext>
            </a:extLst>
          </p:cNvPr>
          <p:cNvSpPr>
            <a:spLocks noGrp="1"/>
          </p:cNvSpPr>
          <p:nvPr>
            <p:ph type="pic" sz="quarter" idx="68"/>
          </p:nvPr>
        </p:nvSpPr>
        <p:spPr>
          <a:xfrm>
            <a:off x="2061295" y="2548971"/>
            <a:ext cx="1563339" cy="1284131"/>
          </a:xfrm>
          <a:solidFill>
            <a:srgbClr val="F7F7F7"/>
          </a:solidFill>
        </p:spPr>
        <p:txBody>
          <a:bodyPr/>
          <a:lstStyle>
            <a:lvl1pPr marL="0" indent="0">
              <a:buNone/>
              <a:defRPr/>
            </a:lvl1pPr>
          </a:lstStyle>
          <a:p>
            <a:endParaRPr lang="en-US"/>
          </a:p>
        </p:txBody>
      </p:sp>
      <p:sp>
        <p:nvSpPr>
          <p:cNvPr id="23" name="Picture Placeholder 8">
            <a:extLst>
              <a:ext uri="{FF2B5EF4-FFF2-40B4-BE49-F238E27FC236}">
                <a16:creationId xmlns:a16="http://schemas.microsoft.com/office/drawing/2014/main" id="{9486B8AF-7807-40BF-A549-21AA7F0E937D}"/>
              </a:ext>
            </a:extLst>
          </p:cNvPr>
          <p:cNvSpPr>
            <a:spLocks noGrp="1"/>
          </p:cNvSpPr>
          <p:nvPr>
            <p:ph type="pic" sz="quarter" idx="69"/>
          </p:nvPr>
        </p:nvSpPr>
        <p:spPr>
          <a:xfrm>
            <a:off x="3790428" y="2548971"/>
            <a:ext cx="1563339" cy="1284131"/>
          </a:xfrm>
          <a:solidFill>
            <a:srgbClr val="F7F7F7"/>
          </a:solidFill>
        </p:spPr>
        <p:txBody>
          <a:bodyPr/>
          <a:lstStyle>
            <a:lvl1pPr marL="0" indent="0">
              <a:buNone/>
              <a:defRPr/>
            </a:lvl1pPr>
          </a:lstStyle>
          <a:p>
            <a:endParaRPr lang="en-US"/>
          </a:p>
        </p:txBody>
      </p:sp>
      <p:sp>
        <p:nvSpPr>
          <p:cNvPr id="24" name="Picture Placeholder 8">
            <a:extLst>
              <a:ext uri="{FF2B5EF4-FFF2-40B4-BE49-F238E27FC236}">
                <a16:creationId xmlns:a16="http://schemas.microsoft.com/office/drawing/2014/main" id="{32B6734E-E532-401D-A17E-8EDB882EFD32}"/>
              </a:ext>
            </a:extLst>
          </p:cNvPr>
          <p:cNvSpPr>
            <a:spLocks noGrp="1"/>
          </p:cNvSpPr>
          <p:nvPr>
            <p:ph type="pic" sz="quarter" idx="70"/>
          </p:nvPr>
        </p:nvSpPr>
        <p:spPr>
          <a:xfrm>
            <a:off x="5519556" y="2548971"/>
            <a:ext cx="1563339" cy="1284131"/>
          </a:xfrm>
          <a:solidFill>
            <a:srgbClr val="F7F7F7"/>
          </a:solidFill>
        </p:spPr>
        <p:txBody>
          <a:bodyPr/>
          <a:lstStyle>
            <a:lvl1pPr marL="0" indent="0">
              <a:buNone/>
              <a:defRPr/>
            </a:lvl1pPr>
          </a:lstStyle>
          <a:p>
            <a:endParaRPr lang="en-US"/>
          </a:p>
        </p:txBody>
      </p:sp>
      <p:sp>
        <p:nvSpPr>
          <p:cNvPr id="25" name="Picture Placeholder 8">
            <a:extLst>
              <a:ext uri="{FF2B5EF4-FFF2-40B4-BE49-F238E27FC236}">
                <a16:creationId xmlns:a16="http://schemas.microsoft.com/office/drawing/2014/main" id="{C017E908-4F16-48C5-A51B-24AD0699DFA7}"/>
              </a:ext>
            </a:extLst>
          </p:cNvPr>
          <p:cNvSpPr>
            <a:spLocks noGrp="1"/>
          </p:cNvSpPr>
          <p:nvPr>
            <p:ph type="pic" sz="quarter" idx="71"/>
          </p:nvPr>
        </p:nvSpPr>
        <p:spPr>
          <a:xfrm>
            <a:off x="7248687" y="2548971"/>
            <a:ext cx="1563339" cy="1284131"/>
          </a:xfrm>
          <a:solidFill>
            <a:srgbClr val="F7F7F7"/>
          </a:solidFill>
        </p:spPr>
        <p:txBody>
          <a:bodyPr/>
          <a:lstStyle>
            <a:lvl1pPr marL="0" indent="0">
              <a:buNone/>
              <a:defRPr/>
            </a:lvl1pPr>
          </a:lstStyle>
          <a:p>
            <a:endParaRPr lang="en-US"/>
          </a:p>
        </p:txBody>
      </p:sp>
      <p:sp>
        <p:nvSpPr>
          <p:cNvPr id="26" name="Text Placeholder 3">
            <a:extLst>
              <a:ext uri="{FF2B5EF4-FFF2-40B4-BE49-F238E27FC236}">
                <a16:creationId xmlns:a16="http://schemas.microsoft.com/office/drawing/2014/main" id="{EBA350CA-FDA7-4CCD-A7D0-013EFC153A1C}"/>
              </a:ext>
            </a:extLst>
          </p:cNvPr>
          <p:cNvSpPr>
            <a:spLocks noGrp="1"/>
          </p:cNvSpPr>
          <p:nvPr>
            <p:ph type="body" sz="quarter" idx="72" hasCustomPrompt="1"/>
          </p:nvPr>
        </p:nvSpPr>
        <p:spPr>
          <a:xfrm>
            <a:off x="2061312" y="3973336"/>
            <a:ext cx="1563329" cy="202266"/>
          </a:xfrm>
        </p:spPr>
        <p:txBody>
          <a:bodyPr>
            <a:noAutofit/>
          </a:bodyPr>
          <a:lstStyle>
            <a:lvl1pPr marL="0" indent="0">
              <a:buFontTx/>
              <a:buNone/>
              <a:defRPr sz="1100" b="1"/>
            </a:lvl1pPr>
          </a:lstStyle>
          <a:p>
            <a:pPr lvl="0"/>
            <a:r>
              <a:rPr lang="en-GB"/>
              <a:t>Name</a:t>
            </a:r>
            <a:endParaRPr lang="en-US"/>
          </a:p>
        </p:txBody>
      </p:sp>
      <p:sp>
        <p:nvSpPr>
          <p:cNvPr id="27" name="Text Placeholder 3">
            <a:extLst>
              <a:ext uri="{FF2B5EF4-FFF2-40B4-BE49-F238E27FC236}">
                <a16:creationId xmlns:a16="http://schemas.microsoft.com/office/drawing/2014/main" id="{2E8069E2-0690-46FA-BDDE-BEBF9C04DE3F}"/>
              </a:ext>
            </a:extLst>
          </p:cNvPr>
          <p:cNvSpPr>
            <a:spLocks noGrp="1"/>
          </p:cNvSpPr>
          <p:nvPr>
            <p:ph type="body" sz="quarter" idx="73" hasCustomPrompt="1"/>
          </p:nvPr>
        </p:nvSpPr>
        <p:spPr>
          <a:xfrm>
            <a:off x="2061309" y="4186298"/>
            <a:ext cx="1563329" cy="202266"/>
          </a:xfrm>
        </p:spPr>
        <p:txBody>
          <a:bodyPr>
            <a:noAutofit/>
          </a:bodyPr>
          <a:lstStyle>
            <a:lvl1pPr marL="0" indent="0">
              <a:buFontTx/>
              <a:buNone/>
              <a:defRPr sz="1100" b="0"/>
            </a:lvl1pPr>
          </a:lstStyle>
          <a:p>
            <a:pPr lvl="0"/>
            <a:r>
              <a:rPr lang="en-GB"/>
              <a:t>Title</a:t>
            </a:r>
            <a:endParaRPr lang="en-US"/>
          </a:p>
        </p:txBody>
      </p:sp>
      <p:sp>
        <p:nvSpPr>
          <p:cNvPr id="28" name="Text Placeholder 3">
            <a:extLst>
              <a:ext uri="{FF2B5EF4-FFF2-40B4-BE49-F238E27FC236}">
                <a16:creationId xmlns:a16="http://schemas.microsoft.com/office/drawing/2014/main" id="{BBC94615-C972-42EC-A734-4FB78AD6CBFB}"/>
              </a:ext>
            </a:extLst>
          </p:cNvPr>
          <p:cNvSpPr>
            <a:spLocks noGrp="1"/>
          </p:cNvSpPr>
          <p:nvPr>
            <p:ph type="body" sz="quarter" idx="74" hasCustomPrompt="1"/>
          </p:nvPr>
        </p:nvSpPr>
        <p:spPr>
          <a:xfrm>
            <a:off x="3790433" y="3973336"/>
            <a:ext cx="1563329" cy="202266"/>
          </a:xfrm>
        </p:spPr>
        <p:txBody>
          <a:bodyPr>
            <a:noAutofit/>
          </a:bodyPr>
          <a:lstStyle>
            <a:lvl1pPr marL="0" indent="0">
              <a:buFontTx/>
              <a:buNone/>
              <a:defRPr sz="1100" b="1"/>
            </a:lvl1pPr>
          </a:lstStyle>
          <a:p>
            <a:pPr lvl="0"/>
            <a:r>
              <a:rPr lang="en-GB"/>
              <a:t>Name</a:t>
            </a:r>
            <a:endParaRPr lang="en-US"/>
          </a:p>
        </p:txBody>
      </p:sp>
      <p:sp>
        <p:nvSpPr>
          <p:cNvPr id="29" name="Text Placeholder 3">
            <a:extLst>
              <a:ext uri="{FF2B5EF4-FFF2-40B4-BE49-F238E27FC236}">
                <a16:creationId xmlns:a16="http://schemas.microsoft.com/office/drawing/2014/main" id="{D528BFFF-0D1B-4249-BD90-2F25D6FF43A3}"/>
              </a:ext>
            </a:extLst>
          </p:cNvPr>
          <p:cNvSpPr>
            <a:spLocks noGrp="1"/>
          </p:cNvSpPr>
          <p:nvPr>
            <p:ph type="body" sz="quarter" idx="75" hasCustomPrompt="1"/>
          </p:nvPr>
        </p:nvSpPr>
        <p:spPr>
          <a:xfrm>
            <a:off x="3790433" y="4186298"/>
            <a:ext cx="1563329" cy="202266"/>
          </a:xfrm>
        </p:spPr>
        <p:txBody>
          <a:bodyPr>
            <a:noAutofit/>
          </a:bodyPr>
          <a:lstStyle>
            <a:lvl1pPr marL="0" indent="0">
              <a:buFontTx/>
              <a:buNone/>
              <a:defRPr sz="1100" b="0"/>
            </a:lvl1pPr>
          </a:lstStyle>
          <a:p>
            <a:pPr lvl="0"/>
            <a:r>
              <a:rPr lang="en-GB"/>
              <a:t>Title</a:t>
            </a:r>
            <a:endParaRPr lang="en-US"/>
          </a:p>
        </p:txBody>
      </p:sp>
      <p:sp>
        <p:nvSpPr>
          <p:cNvPr id="30" name="Text Placeholder 3">
            <a:extLst>
              <a:ext uri="{FF2B5EF4-FFF2-40B4-BE49-F238E27FC236}">
                <a16:creationId xmlns:a16="http://schemas.microsoft.com/office/drawing/2014/main" id="{5ABA1116-50F6-4F64-8B94-525C88B363F0}"/>
              </a:ext>
            </a:extLst>
          </p:cNvPr>
          <p:cNvSpPr>
            <a:spLocks noGrp="1"/>
          </p:cNvSpPr>
          <p:nvPr>
            <p:ph type="body" sz="quarter" idx="76" hasCustomPrompt="1"/>
          </p:nvPr>
        </p:nvSpPr>
        <p:spPr>
          <a:xfrm>
            <a:off x="5519569" y="3973336"/>
            <a:ext cx="1563329" cy="202266"/>
          </a:xfrm>
        </p:spPr>
        <p:txBody>
          <a:bodyPr>
            <a:noAutofit/>
          </a:bodyPr>
          <a:lstStyle>
            <a:lvl1pPr marL="0" indent="0">
              <a:buFontTx/>
              <a:buNone/>
              <a:defRPr sz="1100" b="1"/>
            </a:lvl1pPr>
          </a:lstStyle>
          <a:p>
            <a:pPr lvl="0"/>
            <a:r>
              <a:rPr lang="en-GB"/>
              <a:t>Name</a:t>
            </a:r>
            <a:endParaRPr lang="en-US"/>
          </a:p>
        </p:txBody>
      </p:sp>
      <p:sp>
        <p:nvSpPr>
          <p:cNvPr id="31" name="Text Placeholder 3">
            <a:extLst>
              <a:ext uri="{FF2B5EF4-FFF2-40B4-BE49-F238E27FC236}">
                <a16:creationId xmlns:a16="http://schemas.microsoft.com/office/drawing/2014/main" id="{23D079BD-685A-4169-99E0-EF9946538407}"/>
              </a:ext>
            </a:extLst>
          </p:cNvPr>
          <p:cNvSpPr>
            <a:spLocks noGrp="1"/>
          </p:cNvSpPr>
          <p:nvPr>
            <p:ph type="body" sz="quarter" idx="77" hasCustomPrompt="1"/>
          </p:nvPr>
        </p:nvSpPr>
        <p:spPr>
          <a:xfrm>
            <a:off x="5519560" y="4186298"/>
            <a:ext cx="1563329" cy="202266"/>
          </a:xfrm>
        </p:spPr>
        <p:txBody>
          <a:bodyPr>
            <a:noAutofit/>
          </a:bodyPr>
          <a:lstStyle>
            <a:lvl1pPr marL="0" indent="0">
              <a:buFontTx/>
              <a:buNone/>
              <a:defRPr sz="1100" b="0"/>
            </a:lvl1pPr>
          </a:lstStyle>
          <a:p>
            <a:pPr lvl="0"/>
            <a:r>
              <a:rPr lang="en-GB"/>
              <a:t>Title</a:t>
            </a:r>
            <a:endParaRPr lang="en-US"/>
          </a:p>
        </p:txBody>
      </p:sp>
      <p:sp>
        <p:nvSpPr>
          <p:cNvPr id="32" name="Text Placeholder 3">
            <a:extLst>
              <a:ext uri="{FF2B5EF4-FFF2-40B4-BE49-F238E27FC236}">
                <a16:creationId xmlns:a16="http://schemas.microsoft.com/office/drawing/2014/main" id="{0838FE36-D14B-4569-8440-581E1F8D5685}"/>
              </a:ext>
            </a:extLst>
          </p:cNvPr>
          <p:cNvSpPr>
            <a:spLocks noGrp="1"/>
          </p:cNvSpPr>
          <p:nvPr>
            <p:ph type="body" sz="quarter" idx="78" hasCustomPrompt="1"/>
          </p:nvPr>
        </p:nvSpPr>
        <p:spPr>
          <a:xfrm>
            <a:off x="7248697" y="3973336"/>
            <a:ext cx="1563329" cy="202266"/>
          </a:xfrm>
        </p:spPr>
        <p:txBody>
          <a:bodyPr>
            <a:noAutofit/>
          </a:bodyPr>
          <a:lstStyle>
            <a:lvl1pPr marL="0" indent="0">
              <a:buFontTx/>
              <a:buNone/>
              <a:defRPr sz="1100" b="1"/>
            </a:lvl1pPr>
          </a:lstStyle>
          <a:p>
            <a:pPr lvl="0"/>
            <a:r>
              <a:rPr lang="en-GB"/>
              <a:t>Name</a:t>
            </a:r>
            <a:endParaRPr lang="en-US"/>
          </a:p>
        </p:txBody>
      </p:sp>
      <p:sp>
        <p:nvSpPr>
          <p:cNvPr id="33" name="Text Placeholder 3">
            <a:extLst>
              <a:ext uri="{FF2B5EF4-FFF2-40B4-BE49-F238E27FC236}">
                <a16:creationId xmlns:a16="http://schemas.microsoft.com/office/drawing/2014/main" id="{D015CCC7-6D74-471E-9E9F-1CB01DF147F6}"/>
              </a:ext>
            </a:extLst>
          </p:cNvPr>
          <p:cNvSpPr>
            <a:spLocks noGrp="1"/>
          </p:cNvSpPr>
          <p:nvPr>
            <p:ph type="body" sz="quarter" idx="79" hasCustomPrompt="1"/>
          </p:nvPr>
        </p:nvSpPr>
        <p:spPr>
          <a:xfrm>
            <a:off x="7248697" y="4186298"/>
            <a:ext cx="1563329" cy="202266"/>
          </a:xfrm>
        </p:spPr>
        <p:txBody>
          <a:bodyPr>
            <a:noAutofit/>
          </a:bodyPr>
          <a:lstStyle>
            <a:lvl1pPr marL="0" indent="0">
              <a:buFontTx/>
              <a:buNone/>
              <a:defRPr sz="1100" b="0"/>
            </a:lvl1pPr>
          </a:lstStyle>
          <a:p>
            <a:pPr lvl="0"/>
            <a:r>
              <a:rPr lang="en-GB"/>
              <a:t>Title</a:t>
            </a:r>
            <a:endParaRPr lang="en-US"/>
          </a:p>
        </p:txBody>
      </p:sp>
      <p:sp>
        <p:nvSpPr>
          <p:cNvPr id="34" name="Text Placeholder 3">
            <a:extLst>
              <a:ext uri="{FF2B5EF4-FFF2-40B4-BE49-F238E27FC236}">
                <a16:creationId xmlns:a16="http://schemas.microsoft.com/office/drawing/2014/main" id="{FD1BB2D9-0CCC-4A16-916C-57E878E8AD86}"/>
              </a:ext>
            </a:extLst>
          </p:cNvPr>
          <p:cNvSpPr>
            <a:spLocks noGrp="1"/>
          </p:cNvSpPr>
          <p:nvPr>
            <p:ph type="body" sz="quarter" idx="80" hasCustomPrompt="1"/>
          </p:nvPr>
        </p:nvSpPr>
        <p:spPr>
          <a:xfrm>
            <a:off x="332164" y="3973336"/>
            <a:ext cx="1563329" cy="202266"/>
          </a:xfrm>
        </p:spPr>
        <p:txBody>
          <a:bodyPr>
            <a:noAutofit/>
          </a:bodyPr>
          <a:lstStyle>
            <a:lvl1pPr marL="0" indent="0">
              <a:buFontTx/>
              <a:buNone/>
              <a:defRPr sz="1100" b="1"/>
            </a:lvl1pPr>
          </a:lstStyle>
          <a:p>
            <a:pPr lvl="0"/>
            <a:r>
              <a:rPr lang="en-GB"/>
              <a:t>Name</a:t>
            </a:r>
            <a:endParaRPr lang="en-US"/>
          </a:p>
        </p:txBody>
      </p:sp>
      <p:sp>
        <p:nvSpPr>
          <p:cNvPr id="35" name="Text Placeholder 3">
            <a:extLst>
              <a:ext uri="{FF2B5EF4-FFF2-40B4-BE49-F238E27FC236}">
                <a16:creationId xmlns:a16="http://schemas.microsoft.com/office/drawing/2014/main" id="{CF868233-0453-487B-BCF0-6C8B1756B6C3}"/>
              </a:ext>
            </a:extLst>
          </p:cNvPr>
          <p:cNvSpPr>
            <a:spLocks noGrp="1"/>
          </p:cNvSpPr>
          <p:nvPr>
            <p:ph type="body" sz="quarter" idx="81" hasCustomPrompt="1"/>
          </p:nvPr>
        </p:nvSpPr>
        <p:spPr>
          <a:xfrm>
            <a:off x="332164" y="4186298"/>
            <a:ext cx="1563329" cy="202266"/>
          </a:xfrm>
        </p:spPr>
        <p:txBody>
          <a:bodyPr>
            <a:noAutofit/>
          </a:bodyPr>
          <a:lstStyle>
            <a:lvl1pPr marL="0" indent="0">
              <a:buFontTx/>
              <a:buNone/>
              <a:defRPr sz="1100" b="0"/>
            </a:lvl1pPr>
          </a:lstStyle>
          <a:p>
            <a:pPr lvl="0"/>
            <a:r>
              <a:rPr lang="en-GB"/>
              <a:t>Title</a:t>
            </a:r>
            <a:endParaRPr lang="en-US"/>
          </a:p>
        </p:txBody>
      </p:sp>
      <p:sp>
        <p:nvSpPr>
          <p:cNvPr id="36" name="Title 13">
            <a:extLst>
              <a:ext uri="{FF2B5EF4-FFF2-40B4-BE49-F238E27FC236}">
                <a16:creationId xmlns:a16="http://schemas.microsoft.com/office/drawing/2014/main" id="{B068C078-30B4-4812-9EE7-473C0CF46E4A}"/>
              </a:ext>
            </a:extLst>
          </p:cNvPr>
          <p:cNvSpPr>
            <a:spLocks noGrp="1"/>
          </p:cNvSpPr>
          <p:nvPr>
            <p:ph type="title" hasCustomPrompt="1"/>
          </p:nvPr>
        </p:nvSpPr>
        <p:spPr>
          <a:xfrm>
            <a:off x="336311" y="110238"/>
            <a:ext cx="8475698" cy="496457"/>
          </a:xfrm>
        </p:spPr>
        <p:txBody>
          <a:bodyPr>
            <a:normAutofit/>
          </a:bodyPr>
          <a:lstStyle>
            <a:lvl1pPr>
              <a:defRPr/>
            </a:lvl1pPr>
          </a:lstStyle>
          <a:p>
            <a:r>
              <a:rPr lang="en-US"/>
              <a:t>Use this to say something about your team</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ingle bio · L16">
    <p:spTree>
      <p:nvGrpSpPr>
        <p:cNvPr id="1" name=""/>
        <p:cNvGrpSpPr/>
        <p:nvPr/>
      </p:nvGrpSpPr>
      <p:grpSpPr>
        <a:xfrm>
          <a:off x="0" y="0"/>
          <a:ext cx="0" cy="0"/>
          <a:chOff x="0" y="0"/>
          <a:chExt cx="0" cy="0"/>
        </a:xfrm>
      </p:grpSpPr>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
        <p:nvSpPr>
          <p:cNvPr id="5" name="Slide number"/>
          <p:cNvSpPr txBox="1"/>
          <p:nvPr userDrawn="1"/>
        </p:nvSpPr>
        <p:spPr>
          <a:xfrm>
            <a:off x="6903720" y="4462272"/>
            <a:ext cx="2011680" cy="182880"/>
          </a:xfrm>
          <a:prstGeom prst="rect">
            <a:avLst/>
          </a:prstGeom>
          <a:noFill/>
        </p:spPr>
        <p:txBody>
          <a:bodyPr wrap="square" lIns="0" tIns="0" rIns="0" bIns="0" anchor="b">
            <a:noAutofit/>
          </a:bodyPr>
          <a:lstStyle/>
          <a:p>
            <a:pPr algn="r"/>
            <a:fld id="{80A314C9-167C-4006-89F5-A4958DD267AF}" type="slidenum">
              <a:rPr lang="en-US" sz="900" b="0" dirty="0">
                <a:solidFill>
                  <a:schemeClr val="bg2"/>
                </a:solidFill>
              </a:rPr>
              <a:t>‹#›</a:t>
            </a:fld>
          </a:p>
        </p:txBody>
      </p:sp>
      <p:sp>
        <p:nvSpPr>
          <p:cNvPr id="6" name="Title 1">
            <a:extLst>
              <a:ext uri="{FF2B5EF4-FFF2-40B4-BE49-F238E27FC236}">
                <a16:creationId xmlns:a16="http://schemas.microsoft.com/office/drawing/2014/main" id="{66A2EB80-15F8-4366-8CF5-08A77C4C7C7B}"/>
              </a:ext>
            </a:extLst>
          </p:cNvPr>
          <p:cNvSpPr>
            <a:spLocks noGrp="1"/>
          </p:cNvSpPr>
          <p:nvPr>
            <p:ph type="title" hasCustomPrompt="1"/>
          </p:nvPr>
        </p:nvSpPr>
        <p:spPr>
          <a:xfrm>
            <a:off x="3221884" y="110238"/>
            <a:ext cx="5590125" cy="498753"/>
          </a:xfrm>
        </p:spPr>
        <p:txBody>
          <a:bodyPr>
            <a:noAutofit/>
          </a:bodyPr>
          <a:lstStyle>
            <a:lvl1pPr>
              <a:defRPr/>
            </a:lvl1pPr>
          </a:lstStyle>
          <a:p>
            <a:r>
              <a:rPr lang="en-US"/>
              <a:t>Full name</a:t>
            </a:r>
          </a:p>
        </p:txBody>
      </p:sp>
      <p:sp>
        <p:nvSpPr>
          <p:cNvPr id="7" name="Text Placeholder 8">
            <a:extLst>
              <a:ext uri="{FF2B5EF4-FFF2-40B4-BE49-F238E27FC236}">
                <a16:creationId xmlns:a16="http://schemas.microsoft.com/office/drawing/2014/main" id="{8BD18139-029E-450F-ACFF-9BCC44426E59}"/>
              </a:ext>
            </a:extLst>
          </p:cNvPr>
          <p:cNvSpPr>
            <a:spLocks noGrp="1"/>
          </p:cNvSpPr>
          <p:nvPr>
            <p:ph type="body" sz="quarter" idx="15" hasCustomPrompt="1"/>
          </p:nvPr>
        </p:nvSpPr>
        <p:spPr>
          <a:xfrm>
            <a:off x="3221913" y="705488"/>
            <a:ext cx="5590124" cy="321369"/>
          </a:xfrm>
        </p:spPr>
        <p:txBody>
          <a:bodyPr anchor="t">
            <a:noAutofit/>
          </a:bodyPr>
          <a:lstStyle>
            <a:lvl1pPr marL="0" indent="0">
              <a:buNone/>
              <a:defRPr sz="1600" b="0"/>
            </a:lvl1pPr>
          </a:lstStyle>
          <a:p>
            <a:pPr lvl="0"/>
            <a:r>
              <a:rPr lang="en-US"/>
              <a:t>Job Title/Region/Market</a:t>
            </a:r>
          </a:p>
        </p:txBody>
      </p:sp>
      <p:sp>
        <p:nvSpPr>
          <p:cNvPr id="8" name="Text Placeholder 14">
            <a:extLst>
              <a:ext uri="{FF2B5EF4-FFF2-40B4-BE49-F238E27FC236}">
                <a16:creationId xmlns:a16="http://schemas.microsoft.com/office/drawing/2014/main" id="{FF335732-EDC6-44BA-8689-E3EE5B21ECAC}"/>
              </a:ext>
            </a:extLst>
          </p:cNvPr>
          <p:cNvSpPr>
            <a:spLocks noGrp="1"/>
          </p:cNvSpPr>
          <p:nvPr>
            <p:ph type="body" sz="quarter" idx="16" hasCustomPrompt="1"/>
          </p:nvPr>
        </p:nvSpPr>
        <p:spPr>
          <a:xfrm>
            <a:off x="3221912" y="1159375"/>
            <a:ext cx="5590125" cy="748115"/>
          </a:xfrm>
        </p:spPr>
        <p:txBody>
          <a:bodyPr>
            <a:normAutofit/>
          </a:bodyPr>
          <a:lstStyle>
            <a:lvl1pPr marL="0" indent="0">
              <a:buNone/>
              <a:defRPr sz="1200"/>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200"/>
              <a:t>Short one-liner on job duties</a:t>
            </a:r>
            <a:br>
              <a:rPr lang="en-US" sz="1200"/>
            </a:br>
            <a:r>
              <a:rPr lang="en-US" sz="1200"/>
              <a:t>Short one-liner on job duties</a:t>
            </a:r>
            <a:br>
              <a:rPr lang="en-US" sz="1200"/>
            </a:br>
            <a:r>
              <a:rPr lang="en-US" sz="1200"/>
              <a:t>Short one-liner on job duties</a:t>
            </a:r>
            <a:br>
              <a:rPr lang="en-US" sz="1200"/>
            </a:br>
            <a:r>
              <a:rPr lang="en-US" sz="1200"/>
              <a:t>Short one-liner on job duties</a:t>
            </a:r>
          </a:p>
        </p:txBody>
      </p:sp>
      <p:sp>
        <p:nvSpPr>
          <p:cNvPr id="9" name="圖片版面配置區 10">
            <a:extLst>
              <a:ext uri="{FF2B5EF4-FFF2-40B4-BE49-F238E27FC236}">
                <a16:creationId xmlns:a16="http://schemas.microsoft.com/office/drawing/2014/main" id="{63DE49EC-6FE0-4A68-B5A8-ECDDCADBABEF}"/>
              </a:ext>
            </a:extLst>
          </p:cNvPr>
          <p:cNvSpPr>
            <a:spLocks noGrp="1"/>
          </p:cNvSpPr>
          <p:nvPr>
            <p:ph type="pic" sz="quarter" idx="17" hasCustomPrompt="1"/>
          </p:nvPr>
        </p:nvSpPr>
        <p:spPr>
          <a:xfrm>
            <a:off x="332192" y="112534"/>
            <a:ext cx="2674211" cy="1885196"/>
          </a:xfrm>
          <a:solidFill>
            <a:schemeClr val="bg1">
              <a:lumMod val="95000"/>
            </a:schemeClr>
          </a:solidFill>
        </p:spPr>
        <p:txBody>
          <a:bodyPr/>
          <a:lstStyle>
            <a:lvl1pPr marL="0" indent="0">
              <a:buNone/>
              <a:defRPr/>
            </a:lvl1pPr>
          </a:lstStyle>
          <a:p>
            <a:r>
              <a:rPr kumimoji="1" lang="en-US" altLang="zh-TW"/>
              <a:t>This picture of you better look good because if you don’t look good I don’t look good and I don’t want to not look good so you better look good. Capiche?</a:t>
            </a:r>
            <a:endParaRPr kumimoji="1" lang="zh-TW" altLang="en-US"/>
          </a:p>
        </p:txBody>
      </p:sp>
      <p:sp>
        <p:nvSpPr>
          <p:cNvPr id="10" name="Text Placeholder 14">
            <a:extLst>
              <a:ext uri="{FF2B5EF4-FFF2-40B4-BE49-F238E27FC236}">
                <a16:creationId xmlns:a16="http://schemas.microsoft.com/office/drawing/2014/main" id="{8CD6490C-7260-46E6-B264-7A86EA9CB781}"/>
              </a:ext>
            </a:extLst>
          </p:cNvPr>
          <p:cNvSpPr>
            <a:spLocks noGrp="1"/>
          </p:cNvSpPr>
          <p:nvPr>
            <p:ph type="body" sz="quarter" idx="18" hasCustomPrompt="1"/>
          </p:nvPr>
        </p:nvSpPr>
        <p:spPr>
          <a:xfrm>
            <a:off x="332193" y="2252968"/>
            <a:ext cx="8479843" cy="2135596"/>
          </a:xfrm>
        </p:spPr>
        <p:txBody>
          <a:bodyPr>
            <a:normAutofit/>
          </a:bodyPr>
          <a:lstStyle>
            <a:lvl1pPr marL="0" indent="0">
              <a:buNone/>
              <a:defRPr sz="1200"/>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200"/>
              <a:t>200-250 word description on background and job responsibilities. </a:t>
            </a:r>
            <a:r>
              <a:rPr lang="en-US"/>
              <a:t>We added this rough word count so that you can use AI to easily make summaries that fit within a certain word count and make the layout look really good.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This is what it will look like when you fill it up you just have to make sure you come up with the text you want first before giving it to an AI tool to ask it to truncate it to the length that you want. Ideally you would be using point form or different paragraphs but this placeholder text here gives you a good idea.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Never </a:t>
            </a:r>
            <a:r>
              <a:rPr lang="en-US" err="1"/>
              <a:t>gonna</a:t>
            </a:r>
            <a:r>
              <a:rPr lang="en-US"/>
              <a:t> say goodbye. Never </a:t>
            </a:r>
            <a:r>
              <a:rPr lang="en-US" err="1"/>
              <a:t>gonna</a:t>
            </a:r>
            <a:r>
              <a:rPr lang="en-US"/>
              <a:t> tell a lie and hurt you. Never </a:t>
            </a:r>
            <a:r>
              <a:rPr lang="en-US" err="1"/>
              <a:t>gonna</a:t>
            </a:r>
            <a:r>
              <a:rPr lang="en-US"/>
              <a:t> give you up. Never </a:t>
            </a:r>
            <a:r>
              <a:rPr lang="en-US" err="1"/>
              <a:t>gonna</a:t>
            </a:r>
            <a:r>
              <a:rPr lang="en-US"/>
              <a:t> let you down. Never </a:t>
            </a:r>
            <a:r>
              <a:rPr lang="en-US" err="1"/>
              <a:t>gonna</a:t>
            </a:r>
            <a:r>
              <a:rPr lang="en-US"/>
              <a:t> run around and desert you. Never </a:t>
            </a:r>
            <a:r>
              <a:rPr lang="en-US" err="1"/>
              <a:t>gonna</a:t>
            </a:r>
            <a:r>
              <a:rPr lang="en-US"/>
              <a:t> make you cry. </a:t>
            </a:r>
            <a:endParaRPr lang="en-US" sz="12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10.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3.xml"/><Relationship Id="rId9" Type="http://schemas.openxmlformats.org/officeDocument/2006/relationships/slideLayout" Target="../slideLayouts/slideLayout9.xml"/><Relationship Id="rId10" Type="http://schemas.openxmlformats.org/officeDocument/2006/relationships/slideLayout" Target="../slideLayouts/slideLayout8.xml"/><Relationship Id="rId11" Type="http://schemas.openxmlformats.org/officeDocument/2006/relationships/theme" Target="../theme/theme1.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31775" y="91440"/>
            <a:ext cx="8458200" cy="610791"/>
          </a:xfrm>
          <a:prstGeom prst="rect">
            <a:avLst/>
          </a:prstGeom>
          <a:noFill/>
          <a:ln w="9525">
            <a:noFill/>
            <a:miter lim="800000"/>
            <a:headEnd/>
            <a:tailEnd/>
          </a:ln>
        </p:spPr>
        <p:txBody>
          <a:bodyPr vert="horz" wrap="square" lIns="76179" tIns="38088" rIns="76179" bIns="3808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231775" y="818530"/>
            <a:ext cx="8467725" cy="3701653"/>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92663C74-62AB-B64B-BCBB-0866ABE6E2D3}"/>
              </a:ext>
            </a:extLst>
          </p:cNvPr>
          <p:cNvCxnSpPr>
            <a:cxnSpLocks/>
          </p:cNvCxnSpPr>
          <p:nvPr userDrawn="1"/>
        </p:nvCxnSpPr>
        <p:spPr>
          <a:xfrm>
            <a:off x="0" y="4656947"/>
            <a:ext cx="8928896" cy="0"/>
          </a:xfrm>
          <a:prstGeom prst="line">
            <a:avLst/>
          </a:prstGeom>
          <a:ln w="28575">
            <a:solidFill>
              <a:srgbClr val="CC000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9" r:id="rId1"/>
    <p:sldLayoutId id="2147483752" r:id="rId8"/>
    <p:sldLayoutId id="2147483753" r:id="rId4"/>
    <p:sldLayoutId id="2147483754" r:id="rId10"/>
    <p:sldLayoutId id="2147483709" r:id="rId5"/>
    <p:sldLayoutId id="2147483711" r:id="rId6"/>
    <p:sldLayoutId id="2147483764" r:id="rId20"/>
    <p:sldLayoutId id="2147483765" r:id="rId21"/>
    <p:sldLayoutId id="2147483755" r:id="rId3"/>
    <p:sldLayoutId id="2147483766" r:id="rId22"/>
    <p:sldLayoutId id="2147483756" r:id="rId12"/>
    <p:sldLayoutId id="2147483767" r:id="rId23"/>
    <p:sldLayoutId id="2147483768" r:id="rId24"/>
    <p:sldLayoutId id="2147483769" r:id="rId25"/>
    <p:sldLayoutId id="2147483757" r:id="rId13"/>
    <p:sldLayoutId id="2147483758" r:id="rId14"/>
    <p:sldLayoutId id="2147483759" r:id="rId15"/>
    <p:sldLayoutId id="2147483770" r:id="rId26"/>
    <p:sldLayoutId id="2147483761" r:id="rId17"/>
    <p:sldLayoutId id="2147483760" r:id="rId16"/>
    <p:sldLayoutId id="2147483771" r:id="rId27"/>
    <p:sldLayoutId id="2147483772" r:id="rId28"/>
    <p:sldLayoutId id="2147483773" r:id="rId29"/>
    <p:sldLayoutId id="2147483774" r:id="rId30"/>
    <p:sldLayoutId id="2147483775" r:id="rId31"/>
    <p:sldLayoutId id="2147483776" r:id="rId32"/>
    <p:sldLayoutId id="2147483777" r:id="rId33"/>
    <p:sldLayoutId id="2147483762" r:id="rId18"/>
    <p:sldLayoutId id="2147483778" r:id="rId34"/>
    <p:sldLayoutId id="2147483779" r:id="rId35"/>
    <p:sldLayoutId id="2147483763" r:id="rId19"/>
    <p:sldLayoutId id="2147483713" r:id="rId7"/>
    <p:sldLayoutId id="2147483726" r:id="rId2"/>
    <p:sldLayoutId id="2147483751" r:id="rId9"/>
  </p:sldLayoutIdLst>
  <p:hf hdr="0" ftr="0" dt="0"/>
  <p:txStyles>
    <p:titleStyle>
      <a:lvl1pPr algn="l" rtl="0" eaLnBrk="0" fontAlgn="base" hangingPunct="0">
        <a:lnSpc>
          <a:spcPct val="85000"/>
        </a:lnSpc>
        <a:spcBef>
          <a:spcPct val="0"/>
        </a:spcBef>
        <a:spcAft>
          <a:spcPct val="0"/>
        </a:spcAft>
        <a:defRPr sz="2400" b="1">
          <a:solidFill>
            <a:schemeClr val="tx2"/>
          </a:solidFill>
          <a:latin typeface="+mj-lt"/>
          <a:ea typeface="+mj-ea"/>
          <a:cs typeface="+mj-cs"/>
        </a:defRPr>
      </a:lvl1pPr>
      <a:lvl2pPr algn="l" rtl="0" eaLnBrk="0" fontAlgn="base" hangingPunct="0">
        <a:lnSpc>
          <a:spcPct val="85000"/>
        </a:lnSpc>
        <a:spcBef>
          <a:spcPct val="0"/>
        </a:spcBef>
        <a:spcAft>
          <a:spcPct val="0"/>
        </a:spcAft>
        <a:defRPr sz="2700" b="1">
          <a:solidFill>
            <a:schemeClr val="tx2"/>
          </a:solidFill>
          <a:latin typeface="Arial" charset="0"/>
        </a:defRPr>
      </a:lvl2pPr>
      <a:lvl3pPr algn="l" rtl="0" eaLnBrk="0" fontAlgn="base" hangingPunct="0">
        <a:lnSpc>
          <a:spcPct val="85000"/>
        </a:lnSpc>
        <a:spcBef>
          <a:spcPct val="0"/>
        </a:spcBef>
        <a:spcAft>
          <a:spcPct val="0"/>
        </a:spcAft>
        <a:defRPr sz="2700" b="1">
          <a:solidFill>
            <a:schemeClr val="tx2"/>
          </a:solidFill>
          <a:latin typeface="Arial" charset="0"/>
        </a:defRPr>
      </a:lvl3pPr>
      <a:lvl4pPr algn="l" rtl="0" eaLnBrk="0" fontAlgn="base" hangingPunct="0">
        <a:lnSpc>
          <a:spcPct val="85000"/>
        </a:lnSpc>
        <a:spcBef>
          <a:spcPct val="0"/>
        </a:spcBef>
        <a:spcAft>
          <a:spcPct val="0"/>
        </a:spcAft>
        <a:defRPr sz="2700" b="1">
          <a:solidFill>
            <a:schemeClr val="tx2"/>
          </a:solidFill>
          <a:latin typeface="Arial" charset="0"/>
        </a:defRPr>
      </a:lvl4pPr>
      <a:lvl5pPr algn="l" rtl="0" eaLnBrk="0" fontAlgn="base" hangingPunct="0">
        <a:lnSpc>
          <a:spcPct val="85000"/>
        </a:lnSpc>
        <a:spcBef>
          <a:spcPct val="0"/>
        </a:spcBef>
        <a:spcAft>
          <a:spcPct val="0"/>
        </a:spcAft>
        <a:defRPr sz="2700" b="1">
          <a:solidFill>
            <a:schemeClr val="tx2"/>
          </a:solidFill>
          <a:latin typeface="Arial" charset="0"/>
        </a:defRPr>
      </a:lvl5pPr>
      <a:lvl6pPr marL="380895" algn="l" rtl="0" fontAlgn="base">
        <a:lnSpc>
          <a:spcPct val="85000"/>
        </a:lnSpc>
        <a:spcBef>
          <a:spcPct val="0"/>
        </a:spcBef>
        <a:spcAft>
          <a:spcPct val="0"/>
        </a:spcAft>
        <a:defRPr sz="2700" b="1">
          <a:solidFill>
            <a:srgbClr val="CC0000"/>
          </a:solidFill>
          <a:latin typeface="Arial" charset="0"/>
        </a:defRPr>
      </a:lvl6pPr>
      <a:lvl7pPr marL="761790" algn="l" rtl="0" fontAlgn="base">
        <a:lnSpc>
          <a:spcPct val="85000"/>
        </a:lnSpc>
        <a:spcBef>
          <a:spcPct val="0"/>
        </a:spcBef>
        <a:spcAft>
          <a:spcPct val="0"/>
        </a:spcAft>
        <a:defRPr sz="2700" b="1">
          <a:solidFill>
            <a:srgbClr val="CC0000"/>
          </a:solidFill>
          <a:latin typeface="Arial" charset="0"/>
        </a:defRPr>
      </a:lvl7pPr>
      <a:lvl8pPr marL="1142683" algn="l" rtl="0" fontAlgn="base">
        <a:lnSpc>
          <a:spcPct val="85000"/>
        </a:lnSpc>
        <a:spcBef>
          <a:spcPct val="0"/>
        </a:spcBef>
        <a:spcAft>
          <a:spcPct val="0"/>
        </a:spcAft>
        <a:defRPr sz="2700" b="1">
          <a:solidFill>
            <a:srgbClr val="CC0000"/>
          </a:solidFill>
          <a:latin typeface="Arial" charset="0"/>
        </a:defRPr>
      </a:lvl8pPr>
      <a:lvl9pPr marL="1523573" algn="l" rtl="0" fontAlgn="base">
        <a:lnSpc>
          <a:spcPct val="85000"/>
        </a:lnSpc>
        <a:spcBef>
          <a:spcPct val="0"/>
        </a:spcBef>
        <a:spcAft>
          <a:spcPct val="0"/>
        </a:spcAft>
        <a:defRPr sz="2700" b="1">
          <a:solidFill>
            <a:srgbClr val="CC0000"/>
          </a:solidFill>
          <a:latin typeface="Arial" charset="0"/>
        </a:defRPr>
      </a:lvl9pPr>
    </p:titleStyle>
    <p:bodyStyle>
      <a:lvl1pPr marL="189124" indent="-189124" algn="l" rtl="0" eaLnBrk="0" fontAlgn="base" hangingPunct="0">
        <a:spcBef>
          <a:spcPts val="667"/>
        </a:spcBef>
        <a:spcAft>
          <a:spcPct val="0"/>
        </a:spcAft>
        <a:buChar char="•"/>
        <a:defRPr sz="1800">
          <a:solidFill>
            <a:schemeClr val="tx1"/>
          </a:solidFill>
          <a:latin typeface="+mn-lt"/>
          <a:ea typeface="+mn-ea"/>
          <a:cs typeface="+mn-cs"/>
        </a:defRPr>
      </a:lvl1pPr>
      <a:lvl2pPr marL="478763" indent="-194416" algn="l" rtl="0" eaLnBrk="0" fontAlgn="base" hangingPunct="0">
        <a:spcBef>
          <a:spcPct val="20000"/>
        </a:spcBef>
        <a:spcAft>
          <a:spcPct val="0"/>
        </a:spcAft>
        <a:buChar char="–"/>
        <a:defRPr sz="1600">
          <a:solidFill>
            <a:schemeClr val="tx1"/>
          </a:solidFill>
          <a:latin typeface="+mn-lt"/>
        </a:defRPr>
      </a:lvl2pPr>
      <a:lvl3pPr marL="711530" indent="-137548" algn="l" rtl="0" eaLnBrk="0" fontAlgn="base" hangingPunct="0">
        <a:spcBef>
          <a:spcPct val="15000"/>
        </a:spcBef>
        <a:spcAft>
          <a:spcPct val="0"/>
        </a:spcAft>
        <a:buChar char="•"/>
        <a:defRPr sz="1600">
          <a:solidFill>
            <a:schemeClr val="tx1"/>
          </a:solidFill>
          <a:latin typeface="+mn-lt"/>
        </a:defRPr>
      </a:lvl3pPr>
      <a:lvl4pPr marL="1001168" indent="-194416" algn="l" rtl="0" eaLnBrk="0" fontAlgn="base" hangingPunct="0">
        <a:spcBef>
          <a:spcPct val="5000"/>
        </a:spcBef>
        <a:spcAft>
          <a:spcPct val="0"/>
        </a:spcAft>
        <a:buChar char="–"/>
        <a:defRPr sz="1600">
          <a:solidFill>
            <a:schemeClr val="tx1"/>
          </a:solidFill>
          <a:latin typeface="+mn-lt"/>
        </a:defRPr>
      </a:lvl4pPr>
      <a:lvl5pPr marL="1240546" indent="-144163" algn="l" rtl="0" eaLnBrk="0" fontAlgn="base" hangingPunct="0">
        <a:spcBef>
          <a:spcPct val="0"/>
        </a:spcBef>
        <a:spcAft>
          <a:spcPct val="0"/>
        </a:spcAft>
        <a:buChar char="»"/>
        <a:defRPr sz="1600">
          <a:solidFill>
            <a:schemeClr val="tx1"/>
          </a:solidFill>
          <a:latin typeface="+mn-lt"/>
        </a:defRPr>
      </a:lvl5pPr>
      <a:lvl6pPr marL="1621441" indent="-144163" algn="l" rtl="0" fontAlgn="base">
        <a:spcBef>
          <a:spcPct val="0"/>
        </a:spcBef>
        <a:spcAft>
          <a:spcPct val="0"/>
        </a:spcAft>
        <a:buChar char="»"/>
        <a:defRPr sz="1300">
          <a:solidFill>
            <a:schemeClr val="tx1"/>
          </a:solidFill>
          <a:latin typeface="+mn-lt"/>
        </a:defRPr>
      </a:lvl6pPr>
      <a:lvl7pPr marL="2002336" indent="-144163" algn="l" rtl="0" fontAlgn="base">
        <a:spcBef>
          <a:spcPct val="0"/>
        </a:spcBef>
        <a:spcAft>
          <a:spcPct val="0"/>
        </a:spcAft>
        <a:buChar char="»"/>
        <a:defRPr sz="1300">
          <a:solidFill>
            <a:schemeClr val="tx1"/>
          </a:solidFill>
          <a:latin typeface="+mn-lt"/>
        </a:defRPr>
      </a:lvl7pPr>
      <a:lvl8pPr marL="2383230" indent="-144163" algn="l" rtl="0" fontAlgn="base">
        <a:spcBef>
          <a:spcPct val="0"/>
        </a:spcBef>
        <a:spcAft>
          <a:spcPct val="0"/>
        </a:spcAft>
        <a:buChar char="»"/>
        <a:defRPr sz="1300">
          <a:solidFill>
            <a:schemeClr val="tx1"/>
          </a:solidFill>
          <a:latin typeface="+mn-lt"/>
        </a:defRPr>
      </a:lvl8pPr>
      <a:lvl9pPr marL="2764124" indent="-144163" algn="l" rtl="0" fontAlgn="base">
        <a:spcBef>
          <a:spcPct val="0"/>
        </a:spcBef>
        <a:spcAft>
          <a:spcPct val="0"/>
        </a:spcAft>
        <a:buChar char="»"/>
        <a:defRPr sz="1300">
          <a:solidFill>
            <a:schemeClr val="tx1"/>
          </a:solidFill>
          <a:latin typeface="+mn-lt"/>
        </a:defRPr>
      </a:lvl9pPr>
    </p:bodyStyle>
    <p:otherStyle>
      <a:defPPr>
        <a:defRPr lang="en-US"/>
      </a:defPPr>
      <a:lvl1pPr marL="0" algn="l" defTabSz="761790" rtl="0" eaLnBrk="1" latinLnBrk="0" hangingPunct="1">
        <a:defRPr sz="1500" kern="1200">
          <a:solidFill>
            <a:schemeClr val="tx1"/>
          </a:solidFill>
          <a:latin typeface="+mn-lt"/>
          <a:ea typeface="+mn-ea"/>
          <a:cs typeface="+mn-cs"/>
        </a:defRPr>
      </a:lvl1pPr>
      <a:lvl2pPr marL="380895" algn="l" defTabSz="761790" rtl="0" eaLnBrk="1" latinLnBrk="0" hangingPunct="1">
        <a:defRPr sz="1500" kern="1200">
          <a:solidFill>
            <a:schemeClr val="tx1"/>
          </a:solidFill>
          <a:latin typeface="+mn-lt"/>
          <a:ea typeface="+mn-ea"/>
          <a:cs typeface="+mn-cs"/>
        </a:defRPr>
      </a:lvl2pPr>
      <a:lvl3pPr marL="761790" algn="l" defTabSz="761790" rtl="0" eaLnBrk="1" latinLnBrk="0" hangingPunct="1">
        <a:defRPr sz="1500" kern="1200">
          <a:solidFill>
            <a:schemeClr val="tx1"/>
          </a:solidFill>
          <a:latin typeface="+mn-lt"/>
          <a:ea typeface="+mn-ea"/>
          <a:cs typeface="+mn-cs"/>
        </a:defRPr>
      </a:lvl3pPr>
      <a:lvl4pPr marL="1142683" algn="l" defTabSz="761790" rtl="0" eaLnBrk="1" latinLnBrk="0" hangingPunct="1">
        <a:defRPr sz="1500" kern="1200">
          <a:solidFill>
            <a:schemeClr val="tx1"/>
          </a:solidFill>
          <a:latin typeface="+mn-lt"/>
          <a:ea typeface="+mn-ea"/>
          <a:cs typeface="+mn-cs"/>
        </a:defRPr>
      </a:lvl4pPr>
      <a:lvl5pPr marL="1523573" algn="l" defTabSz="761790" rtl="0" eaLnBrk="1" latinLnBrk="0" hangingPunct="1">
        <a:defRPr sz="1500" kern="1200">
          <a:solidFill>
            <a:schemeClr val="tx1"/>
          </a:solidFill>
          <a:latin typeface="+mn-lt"/>
          <a:ea typeface="+mn-ea"/>
          <a:cs typeface="+mn-cs"/>
        </a:defRPr>
      </a:lvl5pPr>
      <a:lvl6pPr marL="1904467" algn="l" defTabSz="761790" rtl="0" eaLnBrk="1" latinLnBrk="0" hangingPunct="1">
        <a:defRPr sz="1500" kern="1200">
          <a:solidFill>
            <a:schemeClr val="tx1"/>
          </a:solidFill>
          <a:latin typeface="+mn-lt"/>
          <a:ea typeface="+mn-ea"/>
          <a:cs typeface="+mn-cs"/>
        </a:defRPr>
      </a:lvl6pPr>
      <a:lvl7pPr marL="2285362" algn="l" defTabSz="761790" rtl="0" eaLnBrk="1" latinLnBrk="0" hangingPunct="1">
        <a:defRPr sz="1500" kern="1200">
          <a:solidFill>
            <a:schemeClr val="tx1"/>
          </a:solidFill>
          <a:latin typeface="+mn-lt"/>
          <a:ea typeface="+mn-ea"/>
          <a:cs typeface="+mn-cs"/>
        </a:defRPr>
      </a:lvl7pPr>
      <a:lvl8pPr marL="2666253" algn="l" defTabSz="761790" rtl="0" eaLnBrk="1" latinLnBrk="0" hangingPunct="1">
        <a:defRPr sz="1500" kern="1200">
          <a:solidFill>
            <a:schemeClr val="tx1"/>
          </a:solidFill>
          <a:latin typeface="+mn-lt"/>
          <a:ea typeface="+mn-ea"/>
          <a:cs typeface="+mn-cs"/>
        </a:defRPr>
      </a:lvl8pPr>
      <a:lvl9pPr marL="3047146" algn="l" defTabSz="76179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Start here: how this template works</a:t>
            </a:r>
          </a:p>
        </p:txBody>
      </p:sp>
      <p:sp>
        <p:nvSpPr>
          <p:cNvPr id="3" name="TextBox 2"/>
          <p:cNvSpPr txBox="1"/>
          <p:nvPr/>
        </p:nvSpPr>
        <p:spPr>
          <a:xfrm>
            <a:off x="228600" y="914400"/>
            <a:ext cx="411480" cy="45720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1</a:t>
            </a:r>
          </a:p>
        </p:txBody>
      </p:sp>
      <p:sp>
        <p:nvSpPr>
          <p:cNvPr id="4" name="TextBox 3"/>
          <p:cNvSpPr txBox="1"/>
          <p:nvPr/>
        </p:nvSpPr>
        <p:spPr>
          <a:xfrm>
            <a:off x="731520" y="932688"/>
            <a:ext cx="8183880" cy="640080"/>
          </a:xfrm>
          <a:prstGeom prst="rect">
            <a:avLst/>
          </a:prstGeom>
          <a:noFill/>
        </p:spPr>
        <p:txBody>
          <a:bodyPr wrap="square" anchor="t" lIns="0" rIns="0" tIns="0" bIns="0">
            <a:spAutoFit/>
          </a:bodyPr>
          <a:lstStyle/>
          <a:p>
            <a:pPr algn="l">
              <a:lnSpc>
                <a:spcPct val="100000"/>
              </a:lnSpc>
            </a:pPr>
            <a:r>
              <a:rPr sz="1200" b="1" i="0">
                <a:solidFill>
                  <a:srgbClr val="117788"/>
                </a:solidFill>
                <a:latin typeface="Arial"/>
                <a:ea typeface="Arial"/>
                <a:cs typeface="Arial"/>
              </a:rPr>
              <a:t>One point per slide.</a:t>
            </a:r>
            <a:r>
              <a:rPr sz="1200" b="0" i="0">
                <a:solidFill>
                  <a:srgbClr val="000000"/>
                </a:solidFill>
                <a:latin typeface="Arial"/>
                <a:ea typeface="Arial"/>
                <a:cs typeface="Arial"/>
              </a:rPr>
              <a:t> The title states the point; the slide proves it. Read only the titles: they should form one argument.</a:t>
            </a:r>
          </a:p>
        </p:txBody>
      </p:sp>
      <p:sp>
        <p:nvSpPr>
          <p:cNvPr id="5" name="TextBox 4"/>
          <p:cNvSpPr txBox="1"/>
          <p:nvPr/>
        </p:nvSpPr>
        <p:spPr>
          <a:xfrm>
            <a:off x="228600" y="1609344"/>
            <a:ext cx="411480" cy="45720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2</a:t>
            </a:r>
          </a:p>
        </p:txBody>
      </p:sp>
      <p:sp>
        <p:nvSpPr>
          <p:cNvPr id="6" name="TextBox 5"/>
          <p:cNvSpPr txBox="1"/>
          <p:nvPr/>
        </p:nvSpPr>
        <p:spPr>
          <a:xfrm>
            <a:off x="731520" y="1627632"/>
            <a:ext cx="8183880" cy="640080"/>
          </a:xfrm>
          <a:prstGeom prst="rect">
            <a:avLst/>
          </a:prstGeom>
          <a:noFill/>
        </p:spPr>
        <p:txBody>
          <a:bodyPr wrap="square" anchor="t" lIns="0" rIns="0" tIns="0" bIns="0">
            <a:spAutoFit/>
          </a:bodyPr>
          <a:lstStyle/>
          <a:p>
            <a:pPr algn="l">
              <a:lnSpc>
                <a:spcPct val="100000"/>
              </a:lnSpc>
            </a:pPr>
            <a:r>
              <a:rPr sz="1200" b="1" i="0">
                <a:solidFill>
                  <a:srgbClr val="117788"/>
                </a:solidFill>
                <a:latin typeface="Arial"/>
                <a:ea typeface="Arial"/>
                <a:cs typeface="Arial"/>
              </a:rPr>
              <a:t>New Slide → pick a layout, then type into the boxes.</a:t>
            </a:r>
            <a:r>
              <a:rPr sz="1200" b="0" i="0">
                <a:solidFill>
                  <a:srgbClr val="000000"/>
                </a:solidFill>
                <a:latin typeface="Arial"/>
                <a:ea typeface="Arial"/>
                <a:cs typeface="Arial"/>
              </a:rPr>
              <a:t> 34 layouts, including red section dividers and a teal appendix divider. The grey prompt text says what goes where and never prints; the example slides show finished versions.</a:t>
            </a:r>
          </a:p>
        </p:txBody>
      </p:sp>
      <p:sp>
        <p:nvSpPr>
          <p:cNvPr id="7" name="TextBox 6"/>
          <p:cNvSpPr txBox="1"/>
          <p:nvPr/>
        </p:nvSpPr>
        <p:spPr>
          <a:xfrm>
            <a:off x="228600" y="2304288"/>
            <a:ext cx="411480" cy="45720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3</a:t>
            </a:r>
          </a:p>
        </p:txBody>
      </p:sp>
      <p:sp>
        <p:nvSpPr>
          <p:cNvPr id="8" name="TextBox 7"/>
          <p:cNvSpPr txBox="1"/>
          <p:nvPr/>
        </p:nvSpPr>
        <p:spPr>
          <a:xfrm>
            <a:off x="731520" y="2322576"/>
            <a:ext cx="8183880" cy="640080"/>
          </a:xfrm>
          <a:prstGeom prst="rect">
            <a:avLst/>
          </a:prstGeom>
          <a:noFill/>
        </p:spPr>
        <p:txBody>
          <a:bodyPr wrap="square" anchor="t" lIns="0" rIns="0" tIns="0" bIns="0">
            <a:spAutoFit/>
          </a:bodyPr>
          <a:lstStyle/>
          <a:p>
            <a:pPr algn="l">
              <a:lnSpc>
                <a:spcPct val="100000"/>
              </a:lnSpc>
            </a:pPr>
            <a:r>
              <a:rPr sz="1200" b="1" i="0">
                <a:solidFill>
                  <a:srgbClr val="117788"/>
                </a:solidFill>
                <a:latin typeface="Arial"/>
                <a:ea typeface="Arial"/>
                <a:cs typeface="Arial"/>
              </a:rPr>
              <a:t>Red is chrome.</a:t>
            </a:r>
            <a:r>
              <a:rPr sz="1200" b="0" i="0">
                <a:solidFill>
                  <a:srgbClr val="000000"/>
                </a:solidFill>
                <a:latin typeface="Arial"/>
                <a:ea typeface="Arial"/>
                <a:cs typeface="Arial"/>
              </a:rPr>
              <a:t> The title, the footer rule and at most one more red object per slide. Teal (#117788) for icons and bold lead-ins; black for body.</a:t>
            </a:r>
          </a:p>
        </p:txBody>
      </p:sp>
      <p:sp>
        <p:nvSpPr>
          <p:cNvPr id="9" name="TextBox 8"/>
          <p:cNvSpPr txBox="1"/>
          <p:nvPr/>
        </p:nvSpPr>
        <p:spPr>
          <a:xfrm>
            <a:off x="228600" y="2999232"/>
            <a:ext cx="411480" cy="45720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4</a:t>
            </a:r>
          </a:p>
        </p:txBody>
      </p:sp>
      <p:sp>
        <p:nvSpPr>
          <p:cNvPr id="10" name="TextBox 9"/>
          <p:cNvSpPr txBox="1"/>
          <p:nvPr/>
        </p:nvSpPr>
        <p:spPr>
          <a:xfrm>
            <a:off x="731520" y="3017520"/>
            <a:ext cx="8183880" cy="640080"/>
          </a:xfrm>
          <a:prstGeom prst="rect">
            <a:avLst/>
          </a:prstGeom>
          <a:noFill/>
        </p:spPr>
        <p:txBody>
          <a:bodyPr wrap="square" anchor="t" lIns="0" rIns="0" tIns="0" bIns="0">
            <a:spAutoFit/>
          </a:bodyPr>
          <a:lstStyle/>
          <a:p>
            <a:pPr algn="l">
              <a:lnSpc>
                <a:spcPct val="100000"/>
              </a:lnSpc>
            </a:pPr>
            <a:r>
              <a:rPr sz="1200" b="1" i="0">
                <a:solidFill>
                  <a:srgbClr val="117788"/>
                </a:solidFill>
                <a:latin typeface="Arial"/>
                <a:ea typeface="Arial"/>
                <a:cs typeface="Arial"/>
              </a:rPr>
              <a:t>Floors, not caps.</a:t>
            </a:r>
            <a:r>
              <a:rPr sz="1200" b="0" i="0">
                <a:solidFill>
                  <a:srgbClr val="000000"/>
                </a:solidFill>
                <a:latin typeface="Arial"/>
                <a:ea typeface="Arial"/>
                <a:cs typeface="Arial"/>
              </a:rPr>
              <a:t> Body 12pt minimum, captions 10pt, nothing under 9pt, three sizes per slide. Fill the frame; dead space is a bug.</a:t>
            </a:r>
          </a:p>
        </p:txBody>
      </p:sp>
      <p:sp>
        <p:nvSpPr>
          <p:cNvPr id="11" name="TextBox 10"/>
          <p:cNvSpPr txBox="1"/>
          <p:nvPr/>
        </p:nvSpPr>
        <p:spPr>
          <a:xfrm>
            <a:off x="228600" y="3694176"/>
            <a:ext cx="411480" cy="45720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5</a:t>
            </a:r>
          </a:p>
        </p:txBody>
      </p:sp>
      <p:sp>
        <p:nvSpPr>
          <p:cNvPr id="12" name="TextBox 11"/>
          <p:cNvSpPr txBox="1"/>
          <p:nvPr/>
        </p:nvSpPr>
        <p:spPr>
          <a:xfrm>
            <a:off x="731520" y="3712464"/>
            <a:ext cx="8183880" cy="640080"/>
          </a:xfrm>
          <a:prstGeom prst="rect">
            <a:avLst/>
          </a:prstGeom>
          <a:noFill/>
        </p:spPr>
        <p:txBody>
          <a:bodyPr wrap="square" anchor="t" lIns="0" rIns="0" tIns="0" bIns="0">
            <a:spAutoFit/>
          </a:bodyPr>
          <a:lstStyle/>
          <a:p>
            <a:pPr algn="l">
              <a:lnSpc>
                <a:spcPct val="100000"/>
              </a:lnSpc>
            </a:pPr>
            <a:r>
              <a:rPr sz="1200" b="1" i="0">
                <a:solidFill>
                  <a:srgbClr val="117788"/>
                </a:solidFill>
                <a:latin typeface="Arial"/>
                <a:ea typeface="Arial"/>
                <a:cs typeface="Arial"/>
              </a:rPr>
              <a:t>Numbers need a source.</a:t>
            </a:r>
            <a:r>
              <a:rPr sz="1200" b="0" i="0">
                <a:solidFill>
                  <a:srgbClr val="000000"/>
                </a:solidFill>
                <a:latin typeface="Arial"/>
                <a:ea typeface="Arial"/>
                <a:cs typeface="Arial"/>
              </a:rPr>
              <a:t> Put it in the notes or a 9pt source line, or leave a visible [REAL DATA · what · who] placeholder.</a:t>
            </a:r>
          </a:p>
        </p:txBody>
      </p:sp>
      <p:sp>
        <p:nvSpPr>
          <p:cNvPr id="13" name="TextBox 12"/>
          <p:cNvSpPr txBox="1"/>
          <p:nvPr/>
        </p:nvSpPr>
        <p:spPr>
          <a:xfrm>
            <a:off x="228600" y="4343400"/>
            <a:ext cx="8686800" cy="182880"/>
          </a:xfrm>
          <a:prstGeom prst="rect">
            <a:avLst/>
          </a:prstGeom>
          <a:noFill/>
        </p:spPr>
        <p:txBody>
          <a:bodyPr wrap="square" anchor="t" lIns="0" rIns="0" tIns="0" bIns="0">
            <a:spAutoFit/>
          </a:bodyPr>
          <a:lstStyle/>
          <a:p>
            <a:pPr algn="l">
              <a:lnSpc>
                <a:spcPct val="100000"/>
              </a:lnSpc>
            </a:pPr>
            <a:r>
              <a:rPr sz="900" b="0" i="0">
                <a:solidFill>
                  <a:srgbClr val="808080"/>
                </a:solidFill>
                <a:latin typeface="Arial"/>
                <a:ea typeface="Arial"/>
                <a:cs typeface="Arial"/>
              </a:rPr>
              <a:t>Texas Instruments design system v1.1 · The Hoffman Agency · figures on example slides are illustrative placeholders unless marked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228600" y="1554480"/>
            <a:ext cx="5852160" cy="1188720"/>
          </a:xfrm>
        </p:spPr>
        <p:txBody>
          <a:bodyPr/>
          <a:lstStyle/>
          <a:p>
            <a:pPr algn="l"/>
            <a:r>
              <a:rPr sz="3000" b="1" i="0">
                <a:solidFill>
                  <a:srgbClr val="CC0000"/>
                </a:solidFill>
                <a:latin typeface="Arial"/>
                <a:ea typeface="Arial"/>
                <a:cs typeface="Arial"/>
              </a:rPr>
              <a:t>The one idea this deck exists to land</a:t>
            </a:r>
          </a:p>
        </p:txBody>
      </p:sp>
      <p:sp>
        <p:nvSpPr>
          <p:cNvPr id="3" name="Subtitle 2"/>
          <p:cNvSpPr>
            <a:spLocks noGrp="1"/>
          </p:cNvSpPr>
          <p:nvPr>
            <p:ph type="subTitle" idx="1"/>
          </p:nvPr>
        </p:nvSpPr>
        <p:spPr>
          <a:xfrm>
            <a:off x="228600" y="2788920"/>
            <a:ext cx="5852160" cy="548640"/>
          </a:xfrm>
        </p:spPr>
        <p:txBody>
          <a:bodyPr/>
          <a:lstStyle/>
          <a:p>
            <a:pPr algn="l"/>
            <a:r>
              <a:rPr sz="1400" b="0" i="0">
                <a:solidFill>
                  <a:srgbClr val="000000"/>
                </a:solidFill>
                <a:latin typeface="Arial"/>
                <a:ea typeface="Arial"/>
                <a:cs typeface="Arial"/>
              </a:rPr>
              <a:t>One-line subtitle: who this is for and what they get, in fourteen words or fewer</a:t>
            </a:r>
          </a:p>
        </p:txBody>
      </p:sp>
      <p:sp>
        <p:nvSpPr>
          <p:cNvPr id="4" name="TextBox 3"/>
          <p:cNvSpPr txBox="1"/>
          <p:nvPr/>
        </p:nvSpPr>
        <p:spPr>
          <a:xfrm>
            <a:off x="228600" y="1234440"/>
            <a:ext cx="5486400" cy="274320"/>
          </a:xfrm>
          <a:prstGeom prst="rect">
            <a:avLst/>
          </a:prstGeom>
          <a:noFill/>
        </p:spPr>
        <p:txBody>
          <a:bodyPr wrap="square" anchor="t" lIns="0" rIns="0" tIns="0" bIns="0">
            <a:spAutoFit/>
          </a:bodyPr>
          <a:lstStyle/>
          <a:p>
            <a:pPr algn="l">
              <a:lnSpc>
                <a:spcPct val="100000"/>
              </a:lnSpc>
            </a:pPr>
            <a:r>
              <a:rPr sz="1000" b="1" i="0">
                <a:solidFill>
                  <a:srgbClr val="117788"/>
                </a:solidFill>
                <a:latin typeface="Arial"/>
                <a:ea typeface="Arial"/>
                <a:cs typeface="Arial"/>
              </a:rPr>
              <a:t>CLIENT · ENGAGEMENT · OCTOBER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Agenda: four parts, one argument</a:t>
            </a:r>
          </a:p>
        </p:txBody>
      </p:sp>
      <p:sp>
        <p:nvSpPr>
          <p:cNvPr id="3" name="TextBox 2"/>
          <p:cNvSpPr txBox="1"/>
          <p:nvPr/>
        </p:nvSpPr>
        <p:spPr>
          <a:xfrm>
            <a:off x="228600" y="960120"/>
            <a:ext cx="822960" cy="64008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01</a:t>
            </a:r>
          </a:p>
        </p:txBody>
      </p:sp>
      <p:sp>
        <p:nvSpPr>
          <p:cNvPr id="4" name="TextBox 3"/>
          <p:cNvSpPr txBox="1"/>
          <p:nvPr/>
        </p:nvSpPr>
        <p:spPr>
          <a:xfrm>
            <a:off x="1143000" y="1069848"/>
            <a:ext cx="5029200" cy="457200"/>
          </a:xfrm>
          <a:prstGeom prst="rect">
            <a:avLst/>
          </a:prstGeom>
          <a:noFill/>
        </p:spPr>
        <p:txBody>
          <a:bodyPr wrap="square" anchor="t" lIns="0" rIns="0" tIns="0" bIns="0">
            <a:spAutoFit/>
          </a:bodyPr>
          <a:lstStyle/>
          <a:p>
            <a:pPr algn="l">
              <a:lnSpc>
                <a:spcPct val="100000"/>
              </a:lnSpc>
            </a:pPr>
            <a:r>
              <a:rPr sz="1600" b="0" i="0">
                <a:solidFill>
                  <a:srgbClr val="000000"/>
                </a:solidFill>
                <a:latin typeface="Arial"/>
                <a:ea typeface="Arial"/>
                <a:cs typeface="Arial"/>
              </a:rPr>
              <a:t>Where TI stands</a:t>
            </a:r>
          </a:p>
        </p:txBody>
      </p:sp>
      <p:cxnSp>
        <p:nvCxnSpPr>
          <p:cNvPr id="5" name="Connector 4"/>
          <p:cNvCxnSpPr/>
          <p:nvPr/>
        </p:nvCxnSpPr>
        <p:spPr>
          <a:xfrm>
            <a:off x="228600" y="1673352"/>
            <a:ext cx="6035040"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28600" y="1801368"/>
            <a:ext cx="822960" cy="64008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02</a:t>
            </a:r>
          </a:p>
        </p:txBody>
      </p:sp>
      <p:sp>
        <p:nvSpPr>
          <p:cNvPr id="7" name="TextBox 6"/>
          <p:cNvSpPr txBox="1"/>
          <p:nvPr/>
        </p:nvSpPr>
        <p:spPr>
          <a:xfrm>
            <a:off x="1143000" y="1911096"/>
            <a:ext cx="5029200" cy="457200"/>
          </a:xfrm>
          <a:prstGeom prst="rect">
            <a:avLst/>
          </a:prstGeom>
          <a:noFill/>
        </p:spPr>
        <p:txBody>
          <a:bodyPr wrap="square" anchor="t" lIns="0" rIns="0" tIns="0" bIns="0">
            <a:spAutoFit/>
          </a:bodyPr>
          <a:lstStyle/>
          <a:p>
            <a:pPr algn="l">
              <a:lnSpc>
                <a:spcPct val="100000"/>
              </a:lnSpc>
            </a:pPr>
            <a:r>
              <a:rPr sz="1600" b="0" i="0">
                <a:solidFill>
                  <a:srgbClr val="000000"/>
                </a:solidFill>
                <a:latin typeface="Arial"/>
                <a:ea typeface="Arial"/>
                <a:cs typeface="Arial"/>
              </a:rPr>
              <a:t>What the audience hears</a:t>
            </a:r>
          </a:p>
        </p:txBody>
      </p:sp>
      <p:cxnSp>
        <p:nvCxnSpPr>
          <p:cNvPr id="8" name="Connector 7"/>
          <p:cNvCxnSpPr/>
          <p:nvPr/>
        </p:nvCxnSpPr>
        <p:spPr>
          <a:xfrm>
            <a:off x="228600" y="2514600"/>
            <a:ext cx="6035040"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28600" y="2642616"/>
            <a:ext cx="822960" cy="64008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03</a:t>
            </a:r>
          </a:p>
        </p:txBody>
      </p:sp>
      <p:sp>
        <p:nvSpPr>
          <p:cNvPr id="10" name="TextBox 9"/>
          <p:cNvSpPr txBox="1"/>
          <p:nvPr/>
        </p:nvSpPr>
        <p:spPr>
          <a:xfrm>
            <a:off x="1143000" y="2752344"/>
            <a:ext cx="5029200" cy="457200"/>
          </a:xfrm>
          <a:prstGeom prst="rect">
            <a:avLst/>
          </a:prstGeom>
          <a:noFill/>
        </p:spPr>
        <p:txBody>
          <a:bodyPr wrap="square" anchor="t" lIns="0" rIns="0" tIns="0" bIns="0">
            <a:spAutoFit/>
          </a:bodyPr>
          <a:lstStyle/>
          <a:p>
            <a:pPr algn="l">
              <a:lnSpc>
                <a:spcPct val="100000"/>
              </a:lnSpc>
            </a:pPr>
            <a:r>
              <a:rPr sz="1600" b="0" i="0">
                <a:solidFill>
                  <a:srgbClr val="000000"/>
                </a:solidFill>
                <a:latin typeface="Arial"/>
                <a:ea typeface="Arial"/>
                <a:cs typeface="Arial"/>
              </a:rPr>
              <a:t>The programme</a:t>
            </a:r>
          </a:p>
        </p:txBody>
      </p:sp>
      <p:cxnSp>
        <p:nvCxnSpPr>
          <p:cNvPr id="11" name="Connector 10"/>
          <p:cNvCxnSpPr/>
          <p:nvPr/>
        </p:nvCxnSpPr>
        <p:spPr>
          <a:xfrm>
            <a:off x="228600" y="3355848"/>
            <a:ext cx="6035040"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28600" y="3483864"/>
            <a:ext cx="822960" cy="640080"/>
          </a:xfrm>
          <a:prstGeom prst="rect">
            <a:avLst/>
          </a:prstGeom>
          <a:noFill/>
        </p:spPr>
        <p:txBody>
          <a:bodyPr wrap="square" anchor="t" lIns="0" rIns="0" tIns="0" bIns="0">
            <a:spAutoFit/>
          </a:bodyPr>
          <a:lstStyle/>
          <a:p>
            <a:pPr algn="l">
              <a:lnSpc>
                <a:spcPct val="100000"/>
              </a:lnSpc>
            </a:pPr>
            <a:r>
              <a:rPr sz="2800" b="1" i="0">
                <a:solidFill>
                  <a:srgbClr val="CC0000"/>
                </a:solidFill>
                <a:latin typeface="Arial"/>
                <a:ea typeface="Arial"/>
                <a:cs typeface="Arial"/>
              </a:rPr>
              <a:t>04</a:t>
            </a:r>
          </a:p>
        </p:txBody>
      </p:sp>
      <p:sp>
        <p:nvSpPr>
          <p:cNvPr id="13" name="TextBox 12"/>
          <p:cNvSpPr txBox="1"/>
          <p:nvPr/>
        </p:nvSpPr>
        <p:spPr>
          <a:xfrm>
            <a:off x="1143000" y="3593592"/>
            <a:ext cx="5029200" cy="457200"/>
          </a:xfrm>
          <a:prstGeom prst="rect">
            <a:avLst/>
          </a:prstGeom>
          <a:noFill/>
        </p:spPr>
        <p:txBody>
          <a:bodyPr wrap="square" anchor="t" lIns="0" rIns="0" tIns="0" bIns="0">
            <a:spAutoFit/>
          </a:bodyPr>
          <a:lstStyle/>
          <a:p>
            <a:pPr algn="l">
              <a:lnSpc>
                <a:spcPct val="100000"/>
              </a:lnSpc>
            </a:pPr>
            <a:r>
              <a:rPr sz="1600" b="0" i="0">
                <a:solidFill>
                  <a:srgbClr val="000000"/>
                </a:solidFill>
                <a:latin typeface="Arial"/>
                <a:ea typeface="Arial"/>
                <a:cs typeface="Arial"/>
              </a:rPr>
              <a:t>Measurement and team</a:t>
            </a:r>
          </a:p>
        </p:txBody>
      </p:sp>
      <p:cxnSp>
        <p:nvCxnSpPr>
          <p:cNvPr id="14" name="Connector 13"/>
          <p:cNvCxnSpPr/>
          <p:nvPr/>
        </p:nvCxnSpPr>
        <p:spPr>
          <a:xfrm>
            <a:off x="228600" y="4197096"/>
            <a:ext cx="6035040"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35040" y="1005840"/>
            <a:ext cx="2880360" cy="822960"/>
          </a:xfrm>
          <a:prstGeom prst="rect">
            <a:avLst/>
          </a:prstGeom>
          <a:noFill/>
        </p:spPr>
        <p:txBody>
          <a:bodyPr wrap="none" anchor="t" lIns="0" rIns="0" tIns="0" bIns="0">
            <a:spAutoFit/>
          </a:bodyPr>
          <a:lstStyle/>
          <a:p>
            <a:pPr algn="r">
              <a:lnSpc>
                <a:spcPct val="100000"/>
              </a:lnSpc>
            </a:pPr>
            <a:r>
              <a:rPr sz="4000" b="1" i="0">
                <a:solidFill>
                  <a:srgbClr val="E8E8E8"/>
                </a:solidFill>
                <a:latin typeface="Arial"/>
                <a:ea typeface="Arial"/>
                <a:cs typeface="Arial"/>
              </a:rPr>
              <a:t>AGENDA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228600" y="1371600"/>
            <a:ext cx="2743200" cy="1097280"/>
          </a:xfrm>
          <a:prstGeom prst="rect">
            <a:avLst/>
          </a:prstGeom>
          <a:noFill/>
        </p:spPr>
        <p:txBody>
          <a:bodyPr wrap="square" anchor="t" lIns="0" rIns="0" tIns="0" bIns="0">
            <a:spAutoFit/>
          </a:bodyPr>
          <a:lstStyle/>
          <a:p>
            <a:pPr algn="l">
              <a:lnSpc>
                <a:spcPct val="100000"/>
              </a:lnSpc>
            </a:pPr>
            <a:r>
              <a:rPr sz="7200" b="1" i="0">
                <a:solidFill>
                  <a:srgbClr val="FFFFFF"/>
                </a:solidFill>
                <a:latin typeface="Arial"/>
                <a:ea typeface="Arial"/>
                <a:cs typeface="Arial"/>
              </a:rPr>
              <a:t>01</a:t>
            </a:r>
          </a:p>
        </p:txBody>
      </p:sp>
      <p:sp>
        <p:nvSpPr>
          <p:cNvPr id="4" name="TextBox 3"/>
          <p:cNvSpPr txBox="1"/>
          <p:nvPr/>
        </p:nvSpPr>
        <p:spPr>
          <a:xfrm>
            <a:off x="228600" y="2743200"/>
            <a:ext cx="7315200" cy="914400"/>
          </a:xfrm>
          <a:prstGeom prst="rect">
            <a:avLst/>
          </a:prstGeom>
          <a:noFill/>
        </p:spPr>
        <p:txBody>
          <a:bodyPr wrap="square" anchor="t" lIns="0" rIns="0" tIns="0" bIns="0">
            <a:spAutoFit/>
          </a:bodyPr>
          <a:lstStyle/>
          <a:p>
            <a:pPr algn="l">
              <a:lnSpc>
                <a:spcPct val="100000"/>
              </a:lnSpc>
            </a:pPr>
            <a:r>
              <a:rPr sz="3600" b="1" i="0">
                <a:solidFill>
                  <a:srgbClr val="FFFFFF"/>
                </a:solidFill>
                <a:latin typeface="Arial"/>
                <a:ea typeface="Arial"/>
                <a:cs typeface="Arial"/>
              </a:rPr>
              <a:t>Where TI stands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0" cy="91440"/>
          </a:xfrm>
        </p:spPr>
        <p:txBody>
          <a:bodyPr/>
          <a:lstStyle/>
          <a:p/>
        </p:txBody>
      </p:sp>
      <p:sp>
        <p:nvSpPr>
          <p:cNvPr id="3" name="TextBox 2"/>
          <p:cNvSpPr txBox="1"/>
          <p:nvPr/>
        </p:nvSpPr>
        <p:spPr>
          <a:xfrm>
            <a:off x="228600" y="822960"/>
            <a:ext cx="7863840" cy="1828800"/>
          </a:xfrm>
          <a:prstGeom prst="rect">
            <a:avLst/>
          </a:prstGeom>
          <a:noFill/>
        </p:spPr>
        <p:txBody>
          <a:bodyPr wrap="square" anchor="t" lIns="0" rIns="0" tIns="0" bIns="0">
            <a:spAutoFit/>
          </a:bodyPr>
          <a:lstStyle/>
          <a:p>
            <a:pPr algn="l">
              <a:lnSpc>
                <a:spcPct val="95000"/>
              </a:lnSpc>
            </a:pPr>
            <a:r>
              <a:rPr sz="3400" b="1" i="0">
                <a:solidFill>
                  <a:srgbClr val="000000"/>
                </a:solidFill>
                <a:latin typeface="Arial"/>
                <a:ea typeface="Arial"/>
                <a:cs typeface="Arial"/>
              </a:rPr>
              <a:t>Taiwan's engineers already trust TI's parts. </a:t>
            </a:r>
            <a:r>
              <a:rPr sz="3400" b="1" i="0">
                <a:solidFill>
                  <a:srgbClr val="CC0000"/>
                </a:solidFill>
                <a:latin typeface="Arial"/>
                <a:ea typeface="Arial"/>
                <a:cs typeface="Arial"/>
              </a:rPr>
              <a:t>They don't yet know TI's name.</a:t>
            </a:r>
          </a:p>
        </p:txBody>
      </p:sp>
      <p:sp>
        <p:nvSpPr>
          <p:cNvPr id="4" name="TextBox 3"/>
          <p:cNvSpPr txBox="1"/>
          <p:nvPr/>
        </p:nvSpPr>
        <p:spPr>
          <a:xfrm>
            <a:off x="228600" y="2834640"/>
            <a:ext cx="5669280" cy="1097280"/>
          </a:xfrm>
          <a:prstGeom prst="rect">
            <a:avLst/>
          </a:prstGeom>
          <a:noFill/>
        </p:spPr>
        <p:txBody>
          <a:bodyPr wrap="square" anchor="t" lIns="0" rIns="0" tIns="0" bIns="0">
            <a:spAutoFit/>
          </a:bodyPr>
          <a:lstStyle/>
          <a:p>
            <a:pPr algn="l">
              <a:lnSpc>
                <a:spcPct val="115000"/>
              </a:lnSpc>
            </a:pPr>
            <a:r>
              <a:rPr sz="1400" b="0" i="0">
                <a:solidFill>
                  <a:srgbClr val="000000"/>
                </a:solidFill>
                <a:latin typeface="Arial"/>
                <a:ea typeface="Arial"/>
                <a:cs typeface="Arial"/>
              </a:rPr>
              <a:t>Supporting line of at most thirty words that extends the claim rather than restating it: the gap between product trust and brand familiarity is the whole brief.</a:t>
            </a:r>
          </a:p>
        </p:txBody>
      </p:sp>
      <p:sp>
        <p:nvSpPr>
          <p:cNvPr id="5" name="Rectangle 4"/>
          <p:cNvSpPr/>
          <p:nvPr/>
        </p:nvSpPr>
        <p:spPr>
          <a:xfrm>
            <a:off x="6400800" y="2788920"/>
            <a:ext cx="2514600" cy="1600200"/>
          </a:xfrm>
          <a:prstGeom prst="rect">
            <a:avLst/>
          </a:prstGeom>
          <a:noFill/>
          <a:ln w="19050">
            <a:solidFill>
              <a:srgbClr val="4ABE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0" y="2926080"/>
            <a:ext cx="2194560" cy="1371600"/>
          </a:xfrm>
          <a:prstGeom prst="rect">
            <a:avLst/>
          </a:prstGeom>
          <a:noFill/>
        </p:spPr>
        <p:txBody>
          <a:bodyPr wrap="square" anchor="t" lIns="0" rIns="0" tIns="0" bIns="0">
            <a:spAutoFit/>
          </a:bodyPr>
          <a:lstStyle/>
          <a:p>
            <a:pPr algn="l">
              <a:lnSpc>
                <a:spcPct val="100000"/>
              </a:lnSpc>
            </a:pPr>
            <a:r>
              <a:rPr sz="1100" b="1" i="0">
                <a:solidFill>
                  <a:srgbClr val="117788"/>
                </a:solidFill>
                <a:latin typeface="Arial"/>
                <a:ea typeface="Arial"/>
                <a:cs typeface="Arial"/>
              </a:rPr>
              <a:t>Evidence slot</a:t>
            </a:r>
          </a:p>
          <a:p>
            <a:pPr algn="l">
              <a:lnSpc>
                <a:spcPct val="100000"/>
              </a:lnSpc>
            </a:pPr>
            <a:r>
              <a:rPr sz="1000" b="0" i="0">
                <a:solidFill>
                  <a:srgbClr val="767676"/>
                </a:solidFill>
                <a:latin typeface="Arial"/>
                <a:ea typeface="Arial"/>
                <a:cs typeface="Arial"/>
              </a:rPr>
              <a:t>One stat, one quote or one chart. Not three.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Three forces shaping how TI is seen in Taiwan</a:t>
            </a:r>
          </a:p>
        </p:txBody>
      </p:sp>
      <p:sp>
        <p:nvSpPr>
          <p:cNvPr id="3" name="Rectangle 2"/>
          <p:cNvSpPr/>
          <p:nvPr/>
        </p:nvSpPr>
        <p:spPr>
          <a:xfrm>
            <a:off x="228600" y="822960"/>
            <a:ext cx="2712720" cy="356616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developer_board.png"/>
          <p:cNvPicPr>
            <a:picLocks noChangeAspect="1"/>
          </p:cNvPicPr>
          <p:nvPr/>
        </p:nvPicPr>
        <p:blipFill>
          <a:blip r:embed="rId2"/>
          <a:stretch>
            <a:fillRect/>
          </a:stretch>
        </p:blipFill>
        <p:spPr>
          <a:xfrm>
            <a:off x="457200" y="1051560"/>
            <a:ext cx="640080" cy="640080"/>
          </a:xfrm>
          <a:prstGeom prst="rect">
            <a:avLst/>
          </a:prstGeom>
        </p:spPr>
      </p:pic>
      <p:sp>
        <p:nvSpPr>
          <p:cNvPr id="5" name="TextBox 4"/>
          <p:cNvSpPr txBox="1"/>
          <p:nvPr/>
        </p:nvSpPr>
        <p:spPr>
          <a:xfrm>
            <a:off x="457200" y="1828800"/>
            <a:ext cx="2255520" cy="548640"/>
          </a:xfrm>
          <a:prstGeom prst="rect">
            <a:avLst/>
          </a:prstGeom>
          <a:noFill/>
        </p:spPr>
        <p:txBody>
          <a:bodyPr wrap="square" anchor="t" lIns="0" rIns="0" tIns="0" bIns="0">
            <a:spAutoFit/>
          </a:bodyPr>
          <a:lstStyle/>
          <a:p>
            <a:pPr algn="l">
              <a:lnSpc>
                <a:spcPct val="100000"/>
              </a:lnSpc>
            </a:pPr>
            <a:r>
              <a:rPr sz="1600" b="1" i="0">
                <a:solidFill>
                  <a:srgbClr val="117788"/>
                </a:solidFill>
                <a:latin typeface="Arial"/>
                <a:ea typeface="Arial"/>
                <a:cs typeface="Arial"/>
              </a:rPr>
              <a:t>Supply trust is earned</a:t>
            </a:r>
          </a:p>
        </p:txBody>
      </p:sp>
      <p:sp>
        <p:nvSpPr>
          <p:cNvPr id="6" name="TextBox 5"/>
          <p:cNvSpPr txBox="1"/>
          <p:nvPr/>
        </p:nvSpPr>
        <p:spPr>
          <a:xfrm>
            <a:off x="457200" y="2468880"/>
            <a:ext cx="2255520" cy="1645920"/>
          </a:xfrm>
          <a:prstGeom prst="rect">
            <a:avLst/>
          </a:prstGeom>
          <a:noFill/>
        </p:spPr>
        <p:txBody>
          <a:bodyPr wrap="square" anchor="t" lIns="0" rIns="0" tIns="0" bIns="0">
            <a:spAutoFit/>
          </a:bodyPr>
          <a:lstStyle/>
          <a:p>
            <a:pPr algn="l">
              <a:lnSpc>
                <a:spcPct val="130000"/>
              </a:lnSpc>
            </a:pPr>
            <a:r>
              <a:rPr sz="1200" b="0" i="0">
                <a:solidFill>
                  <a:srgbClr val="000000"/>
                </a:solidFill>
                <a:latin typeface="Arial"/>
                <a:ea typeface="Arial"/>
                <a:cs typeface="Arial"/>
              </a:rPr>
              <a:t>•  Design wins decided on availability</a:t>
            </a:r>
          </a:p>
          <a:p>
            <a:pPr algn="l">
              <a:lnSpc>
                <a:spcPct val="130000"/>
              </a:lnSpc>
            </a:pPr>
            <a:r>
              <a:rPr sz="1200" b="0" i="0">
                <a:solidFill>
                  <a:srgbClr val="000000"/>
                </a:solidFill>
                <a:latin typeface="Arial"/>
                <a:ea typeface="Arial"/>
                <a:cs typeface="Arial"/>
              </a:rPr>
              <a:t>•  TI-owned fabs are the proof</a:t>
            </a:r>
          </a:p>
        </p:txBody>
      </p:sp>
      <p:sp>
        <p:nvSpPr>
          <p:cNvPr id="7" name="Rectangle 6"/>
          <p:cNvSpPr/>
          <p:nvPr/>
        </p:nvSpPr>
        <p:spPr>
          <a:xfrm>
            <a:off x="3215640" y="822960"/>
            <a:ext cx="2712720" cy="356616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ople_community.png"/>
          <p:cNvPicPr>
            <a:picLocks noChangeAspect="1"/>
          </p:cNvPicPr>
          <p:nvPr/>
        </p:nvPicPr>
        <p:blipFill>
          <a:blip r:embed="rId3"/>
          <a:stretch>
            <a:fillRect/>
          </a:stretch>
        </p:blipFill>
        <p:spPr>
          <a:xfrm>
            <a:off x="3444240" y="1051560"/>
            <a:ext cx="640080" cy="640080"/>
          </a:xfrm>
          <a:prstGeom prst="rect">
            <a:avLst/>
          </a:prstGeom>
        </p:spPr>
      </p:pic>
      <p:sp>
        <p:nvSpPr>
          <p:cNvPr id="9" name="TextBox 8"/>
          <p:cNvSpPr txBox="1"/>
          <p:nvPr/>
        </p:nvSpPr>
        <p:spPr>
          <a:xfrm>
            <a:off x="3444240" y="1828800"/>
            <a:ext cx="2255520" cy="548640"/>
          </a:xfrm>
          <a:prstGeom prst="rect">
            <a:avLst/>
          </a:prstGeom>
          <a:noFill/>
        </p:spPr>
        <p:txBody>
          <a:bodyPr wrap="square" anchor="t" lIns="0" rIns="0" tIns="0" bIns="0">
            <a:spAutoFit/>
          </a:bodyPr>
          <a:lstStyle/>
          <a:p>
            <a:pPr algn="l">
              <a:lnSpc>
                <a:spcPct val="100000"/>
              </a:lnSpc>
            </a:pPr>
            <a:r>
              <a:rPr sz="1600" b="1" i="0">
                <a:solidFill>
                  <a:srgbClr val="117788"/>
                </a:solidFill>
                <a:latin typeface="Arial"/>
                <a:ea typeface="Arial"/>
                <a:cs typeface="Arial"/>
              </a:rPr>
              <a:t>Engineers talk to engineers</a:t>
            </a:r>
          </a:p>
        </p:txBody>
      </p:sp>
      <p:sp>
        <p:nvSpPr>
          <p:cNvPr id="10" name="TextBox 9"/>
          <p:cNvSpPr txBox="1"/>
          <p:nvPr/>
        </p:nvSpPr>
        <p:spPr>
          <a:xfrm>
            <a:off x="3444240" y="2468880"/>
            <a:ext cx="2255520" cy="1645920"/>
          </a:xfrm>
          <a:prstGeom prst="rect">
            <a:avLst/>
          </a:prstGeom>
          <a:noFill/>
        </p:spPr>
        <p:txBody>
          <a:bodyPr wrap="square" anchor="t" lIns="0" rIns="0" tIns="0" bIns="0">
            <a:spAutoFit/>
          </a:bodyPr>
          <a:lstStyle/>
          <a:p>
            <a:pPr algn="l">
              <a:lnSpc>
                <a:spcPct val="130000"/>
              </a:lnSpc>
            </a:pPr>
            <a:r>
              <a:rPr sz="1200" b="0" i="0">
                <a:solidFill>
                  <a:srgbClr val="000000"/>
                </a:solidFill>
                <a:latin typeface="Arial"/>
                <a:ea typeface="Arial"/>
                <a:cs typeface="Arial"/>
              </a:rPr>
              <a:t>•  Forums and E2E over press</a:t>
            </a:r>
          </a:p>
          <a:p>
            <a:pPr algn="l">
              <a:lnSpc>
                <a:spcPct val="130000"/>
              </a:lnSpc>
            </a:pPr>
            <a:r>
              <a:rPr sz="1200" b="0" i="0">
                <a:solidFill>
                  <a:srgbClr val="000000"/>
                </a:solidFill>
                <a:latin typeface="Arial"/>
                <a:ea typeface="Arial"/>
                <a:cs typeface="Arial"/>
              </a:rPr>
              <a:t>•  Peer proof beats paid reach</a:t>
            </a:r>
          </a:p>
        </p:txBody>
      </p:sp>
      <p:sp>
        <p:nvSpPr>
          <p:cNvPr id="11" name="Rectangle 10"/>
          <p:cNvSpPr/>
          <p:nvPr/>
        </p:nvSpPr>
        <p:spPr>
          <a:xfrm>
            <a:off x="6202680" y="822960"/>
            <a:ext cx="2712720" cy="356616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imer.png"/>
          <p:cNvPicPr>
            <a:picLocks noChangeAspect="1"/>
          </p:cNvPicPr>
          <p:nvPr/>
        </p:nvPicPr>
        <p:blipFill>
          <a:blip r:embed="rId4"/>
          <a:stretch>
            <a:fillRect/>
          </a:stretch>
        </p:blipFill>
        <p:spPr>
          <a:xfrm>
            <a:off x="6431280" y="1051560"/>
            <a:ext cx="640080" cy="640080"/>
          </a:xfrm>
          <a:prstGeom prst="rect">
            <a:avLst/>
          </a:prstGeom>
        </p:spPr>
      </p:pic>
      <p:sp>
        <p:nvSpPr>
          <p:cNvPr id="13" name="TextBox 12"/>
          <p:cNvSpPr txBox="1"/>
          <p:nvPr/>
        </p:nvSpPr>
        <p:spPr>
          <a:xfrm>
            <a:off x="6431280" y="1828800"/>
            <a:ext cx="2255520" cy="548640"/>
          </a:xfrm>
          <a:prstGeom prst="rect">
            <a:avLst/>
          </a:prstGeom>
          <a:noFill/>
        </p:spPr>
        <p:txBody>
          <a:bodyPr wrap="square" anchor="t" lIns="0" rIns="0" tIns="0" bIns="0">
            <a:spAutoFit/>
          </a:bodyPr>
          <a:lstStyle/>
          <a:p>
            <a:pPr algn="l">
              <a:lnSpc>
                <a:spcPct val="100000"/>
              </a:lnSpc>
            </a:pPr>
            <a:r>
              <a:rPr sz="1600" b="1" i="0">
                <a:solidFill>
                  <a:srgbClr val="117788"/>
                </a:solidFill>
                <a:latin typeface="Arial"/>
                <a:ea typeface="Arial"/>
                <a:cs typeface="Arial"/>
              </a:rPr>
              <a:t>Speed is the brand</a:t>
            </a:r>
          </a:p>
        </p:txBody>
      </p:sp>
      <p:sp>
        <p:nvSpPr>
          <p:cNvPr id="14" name="TextBox 13"/>
          <p:cNvSpPr txBox="1"/>
          <p:nvPr/>
        </p:nvSpPr>
        <p:spPr>
          <a:xfrm>
            <a:off x="6431280" y="2468880"/>
            <a:ext cx="2255520" cy="1645920"/>
          </a:xfrm>
          <a:prstGeom prst="rect">
            <a:avLst/>
          </a:prstGeom>
          <a:noFill/>
        </p:spPr>
        <p:txBody>
          <a:bodyPr wrap="square" anchor="t" lIns="0" rIns="0" tIns="0" bIns="0">
            <a:spAutoFit/>
          </a:bodyPr>
          <a:lstStyle/>
          <a:p>
            <a:pPr algn="l">
              <a:lnSpc>
                <a:spcPct val="130000"/>
              </a:lnSpc>
            </a:pPr>
            <a:r>
              <a:rPr sz="1200" b="0" i="0">
                <a:solidFill>
                  <a:srgbClr val="000000"/>
                </a:solidFill>
                <a:latin typeface="Arial"/>
                <a:ea typeface="Arial"/>
                <a:cs typeface="Arial"/>
              </a:rPr>
              <a:t>•  Samples in days, not quarters</a:t>
            </a:r>
          </a:p>
          <a:p>
            <a:pPr algn="l">
              <a:lnSpc>
                <a:spcPct val="130000"/>
              </a:lnSpc>
            </a:pPr>
            <a:r>
              <a:rPr sz="1200" b="0" i="0">
                <a:solidFill>
                  <a:srgbClr val="000000"/>
                </a:solidFill>
                <a:latin typeface="Arial"/>
                <a:ea typeface="Arial"/>
                <a:cs typeface="Arial"/>
              </a:rPr>
              <a:t>•  TI.com as the storefront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Why Taiwan's system makers design with TI</a:t>
            </a:r>
          </a:p>
        </p:txBody>
      </p:sp>
      <p:sp>
        <p:nvSpPr>
          <p:cNvPr id="3" name="Rectangle 2"/>
          <p:cNvSpPr/>
          <p:nvPr/>
        </p:nvSpPr>
        <p:spPr>
          <a:xfrm>
            <a:off x="228600" y="822960"/>
            <a:ext cx="2743200" cy="169164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developer_board.png"/>
          <p:cNvPicPr>
            <a:picLocks noChangeAspect="1"/>
          </p:cNvPicPr>
          <p:nvPr/>
        </p:nvPicPr>
        <p:blipFill>
          <a:blip r:embed="rId2"/>
          <a:stretch>
            <a:fillRect/>
          </a:stretch>
        </p:blipFill>
        <p:spPr>
          <a:xfrm>
            <a:off x="411480" y="1005840"/>
            <a:ext cx="502920" cy="502920"/>
          </a:xfrm>
          <a:prstGeom prst="rect">
            <a:avLst/>
          </a:prstGeom>
        </p:spPr>
      </p:pic>
      <p:sp>
        <p:nvSpPr>
          <p:cNvPr id="5" name="TextBox 4"/>
          <p:cNvSpPr txBox="1"/>
          <p:nvPr/>
        </p:nvSpPr>
        <p:spPr>
          <a:xfrm>
            <a:off x="1097280" y="1024128"/>
            <a:ext cx="1691640" cy="365760"/>
          </a:xfrm>
          <a:prstGeom prst="rect">
            <a:avLst/>
          </a:prstGeom>
          <a:noFill/>
        </p:spPr>
        <p:txBody>
          <a:bodyPr wrap="square" anchor="t" lIns="0" rIns="0" tIns="0" bIns="0">
            <a:spAutoFit/>
          </a:bodyPr>
          <a:lstStyle/>
          <a:p>
            <a:pPr algn="l">
              <a:lnSpc>
                <a:spcPct val="100000"/>
              </a:lnSpc>
            </a:pPr>
            <a:r>
              <a:rPr sz="1300" b="1" i="0">
                <a:solidFill>
                  <a:srgbClr val="000000"/>
                </a:solidFill>
                <a:latin typeface="Arial"/>
                <a:ea typeface="Arial"/>
                <a:cs typeface="Arial"/>
              </a:rPr>
              <a:t>Broad portfolio</a:t>
            </a:r>
          </a:p>
        </p:txBody>
      </p:sp>
      <p:sp>
        <p:nvSpPr>
          <p:cNvPr id="6" name="TextBox 5"/>
          <p:cNvSpPr txBox="1"/>
          <p:nvPr/>
        </p:nvSpPr>
        <p:spPr>
          <a:xfrm>
            <a:off x="1097280" y="1389888"/>
            <a:ext cx="1691640" cy="100584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80,000+ parts for power, signal and control</a:t>
            </a:r>
          </a:p>
        </p:txBody>
      </p:sp>
      <p:sp>
        <p:nvSpPr>
          <p:cNvPr id="7" name="Rectangle 6"/>
          <p:cNvSpPr/>
          <p:nvPr/>
        </p:nvSpPr>
        <p:spPr>
          <a:xfrm>
            <a:off x="3200400" y="822960"/>
            <a:ext cx="2743200" cy="1691640"/>
          </a:xfrm>
          <a:prstGeom prst="rect">
            <a:avLst/>
          </a:prstGeom>
          <a:solidFill>
            <a:srgbClr val="F7F7F7"/>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hield_task.png"/>
          <p:cNvPicPr>
            <a:picLocks noChangeAspect="1"/>
          </p:cNvPicPr>
          <p:nvPr/>
        </p:nvPicPr>
        <p:blipFill>
          <a:blip r:embed="rId3"/>
          <a:stretch>
            <a:fillRect/>
          </a:stretch>
        </p:blipFill>
        <p:spPr>
          <a:xfrm>
            <a:off x="3383280" y="1005840"/>
            <a:ext cx="502920" cy="502920"/>
          </a:xfrm>
          <a:prstGeom prst="rect">
            <a:avLst/>
          </a:prstGeom>
        </p:spPr>
      </p:pic>
      <p:sp>
        <p:nvSpPr>
          <p:cNvPr id="9" name="TextBox 8"/>
          <p:cNvSpPr txBox="1"/>
          <p:nvPr/>
        </p:nvSpPr>
        <p:spPr>
          <a:xfrm>
            <a:off x="4069080" y="1024128"/>
            <a:ext cx="1691640" cy="365760"/>
          </a:xfrm>
          <a:prstGeom prst="rect">
            <a:avLst/>
          </a:prstGeom>
          <a:noFill/>
        </p:spPr>
        <p:txBody>
          <a:bodyPr wrap="square" anchor="t" lIns="0" rIns="0" tIns="0" bIns="0">
            <a:spAutoFit/>
          </a:bodyPr>
          <a:lstStyle/>
          <a:p>
            <a:pPr algn="l">
              <a:lnSpc>
                <a:spcPct val="100000"/>
              </a:lnSpc>
            </a:pPr>
            <a:r>
              <a:rPr sz="1300" b="1" i="0">
                <a:solidFill>
                  <a:srgbClr val="000000"/>
                </a:solidFill>
                <a:latin typeface="Arial"/>
                <a:ea typeface="Arial"/>
                <a:cs typeface="Arial"/>
              </a:rPr>
              <a:t>Assurance of supply</a:t>
            </a:r>
          </a:p>
        </p:txBody>
      </p:sp>
      <p:sp>
        <p:nvSpPr>
          <p:cNvPr id="10" name="TextBox 9"/>
          <p:cNvSpPr txBox="1"/>
          <p:nvPr/>
        </p:nvSpPr>
        <p:spPr>
          <a:xfrm>
            <a:off x="4069080" y="1389888"/>
            <a:ext cx="1691640" cy="100584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TI-owned 300-mm fabs, multi-sourced</a:t>
            </a:r>
          </a:p>
        </p:txBody>
      </p:sp>
      <p:sp>
        <p:nvSpPr>
          <p:cNvPr id="11" name="Rectangle 10"/>
          <p:cNvSpPr/>
          <p:nvPr/>
        </p:nvSpPr>
        <p:spPr>
          <a:xfrm>
            <a:off x="6172200" y="822960"/>
            <a:ext cx="2743200" cy="169164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png"/>
          <p:cNvPicPr>
            <a:picLocks noChangeAspect="1"/>
          </p:cNvPicPr>
          <p:nvPr/>
        </p:nvPicPr>
        <p:blipFill>
          <a:blip r:embed="rId4"/>
          <a:stretch>
            <a:fillRect/>
          </a:stretch>
        </p:blipFill>
        <p:spPr>
          <a:xfrm>
            <a:off x="6355080" y="1005840"/>
            <a:ext cx="502920" cy="502920"/>
          </a:xfrm>
          <a:prstGeom prst="rect">
            <a:avLst/>
          </a:prstGeom>
        </p:spPr>
      </p:pic>
      <p:sp>
        <p:nvSpPr>
          <p:cNvPr id="13" name="TextBox 12"/>
          <p:cNvSpPr txBox="1"/>
          <p:nvPr/>
        </p:nvSpPr>
        <p:spPr>
          <a:xfrm>
            <a:off x="7040880" y="1024128"/>
            <a:ext cx="1691640" cy="365760"/>
          </a:xfrm>
          <a:prstGeom prst="rect">
            <a:avLst/>
          </a:prstGeom>
          <a:noFill/>
        </p:spPr>
        <p:txBody>
          <a:bodyPr wrap="square" anchor="t" lIns="0" rIns="0" tIns="0" bIns="0">
            <a:spAutoFit/>
          </a:bodyPr>
          <a:lstStyle/>
          <a:p>
            <a:pPr algn="l">
              <a:lnSpc>
                <a:spcPct val="100000"/>
              </a:lnSpc>
            </a:pPr>
            <a:r>
              <a:rPr sz="1300" b="1" i="0">
                <a:solidFill>
                  <a:srgbClr val="000000"/>
                </a:solidFill>
                <a:latin typeface="Arial"/>
                <a:ea typeface="Arial"/>
                <a:cs typeface="Arial"/>
              </a:rPr>
              <a:t>Data center ready</a:t>
            </a:r>
          </a:p>
        </p:txBody>
      </p:sp>
      <p:sp>
        <p:nvSpPr>
          <p:cNvPr id="14" name="TextBox 13"/>
          <p:cNvSpPr txBox="1"/>
          <p:nvPr/>
        </p:nvSpPr>
        <p:spPr>
          <a:xfrm>
            <a:off x="7040880" y="1389888"/>
            <a:ext cx="1691640" cy="100584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Power density and sensing at rack scale</a:t>
            </a:r>
          </a:p>
        </p:txBody>
      </p:sp>
      <p:sp>
        <p:nvSpPr>
          <p:cNvPr id="15" name="Rectangle 14"/>
          <p:cNvSpPr/>
          <p:nvPr/>
        </p:nvSpPr>
        <p:spPr>
          <a:xfrm>
            <a:off x="228600" y="2697480"/>
            <a:ext cx="2743200" cy="1691640"/>
          </a:xfrm>
          <a:prstGeom prst="rect">
            <a:avLst/>
          </a:prstGeom>
          <a:solidFill>
            <a:srgbClr val="F7F7F7"/>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vehicle_car.png"/>
          <p:cNvPicPr>
            <a:picLocks noChangeAspect="1"/>
          </p:cNvPicPr>
          <p:nvPr/>
        </p:nvPicPr>
        <p:blipFill>
          <a:blip r:embed="rId5"/>
          <a:stretch>
            <a:fillRect/>
          </a:stretch>
        </p:blipFill>
        <p:spPr>
          <a:xfrm>
            <a:off x="411480" y="2880360"/>
            <a:ext cx="502920" cy="502920"/>
          </a:xfrm>
          <a:prstGeom prst="rect">
            <a:avLst/>
          </a:prstGeom>
        </p:spPr>
      </p:pic>
      <p:sp>
        <p:nvSpPr>
          <p:cNvPr id="17" name="TextBox 16"/>
          <p:cNvSpPr txBox="1"/>
          <p:nvPr/>
        </p:nvSpPr>
        <p:spPr>
          <a:xfrm>
            <a:off x="1097280" y="2898648"/>
            <a:ext cx="1691640" cy="365760"/>
          </a:xfrm>
          <a:prstGeom prst="rect">
            <a:avLst/>
          </a:prstGeom>
          <a:noFill/>
        </p:spPr>
        <p:txBody>
          <a:bodyPr wrap="square" anchor="t" lIns="0" rIns="0" tIns="0" bIns="0">
            <a:spAutoFit/>
          </a:bodyPr>
          <a:lstStyle/>
          <a:p>
            <a:pPr algn="l">
              <a:lnSpc>
                <a:spcPct val="100000"/>
              </a:lnSpc>
            </a:pPr>
            <a:r>
              <a:rPr sz="1300" b="1" i="0">
                <a:solidFill>
                  <a:srgbClr val="000000"/>
                </a:solidFill>
                <a:latin typeface="Arial"/>
                <a:ea typeface="Arial"/>
                <a:cs typeface="Arial"/>
              </a:rPr>
              <a:t>Automotive grade</a:t>
            </a:r>
          </a:p>
        </p:txBody>
      </p:sp>
      <p:sp>
        <p:nvSpPr>
          <p:cNvPr id="18" name="TextBox 17"/>
          <p:cNvSpPr txBox="1"/>
          <p:nvPr/>
        </p:nvSpPr>
        <p:spPr>
          <a:xfrm>
            <a:off x="1097280" y="3264408"/>
            <a:ext cx="1691640" cy="100584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Qualified parts, long product life</a:t>
            </a:r>
          </a:p>
        </p:txBody>
      </p:sp>
      <p:sp>
        <p:nvSpPr>
          <p:cNvPr id="19" name="Rectangle 18"/>
          <p:cNvSpPr/>
          <p:nvPr/>
        </p:nvSpPr>
        <p:spPr>
          <a:xfrm>
            <a:off x="3200400" y="2697480"/>
            <a:ext cx="2743200" cy="169164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_multiple.png"/>
          <p:cNvPicPr>
            <a:picLocks noChangeAspect="1"/>
          </p:cNvPicPr>
          <p:nvPr/>
        </p:nvPicPr>
        <p:blipFill>
          <a:blip r:embed="rId6"/>
          <a:stretch>
            <a:fillRect/>
          </a:stretch>
        </p:blipFill>
        <p:spPr>
          <a:xfrm>
            <a:off x="3383280" y="2880360"/>
            <a:ext cx="502920" cy="502920"/>
          </a:xfrm>
          <a:prstGeom prst="rect">
            <a:avLst/>
          </a:prstGeom>
        </p:spPr>
      </p:pic>
      <p:sp>
        <p:nvSpPr>
          <p:cNvPr id="21" name="TextBox 20"/>
          <p:cNvSpPr txBox="1"/>
          <p:nvPr/>
        </p:nvSpPr>
        <p:spPr>
          <a:xfrm>
            <a:off x="4069080" y="2898648"/>
            <a:ext cx="1691640" cy="365760"/>
          </a:xfrm>
          <a:prstGeom prst="rect">
            <a:avLst/>
          </a:prstGeom>
          <a:noFill/>
        </p:spPr>
        <p:txBody>
          <a:bodyPr wrap="square" anchor="t" lIns="0" rIns="0" tIns="0" bIns="0">
            <a:spAutoFit/>
          </a:bodyPr>
          <a:lstStyle/>
          <a:p>
            <a:pPr algn="l">
              <a:lnSpc>
                <a:spcPct val="100000"/>
              </a:lnSpc>
            </a:pPr>
            <a:r>
              <a:rPr sz="1300" b="1" i="0">
                <a:solidFill>
                  <a:srgbClr val="000000"/>
                </a:solidFill>
                <a:latin typeface="Arial"/>
                <a:ea typeface="Arial"/>
                <a:cs typeface="Arial"/>
              </a:rPr>
              <a:t>Local support</a:t>
            </a:r>
          </a:p>
        </p:txBody>
      </p:sp>
      <p:sp>
        <p:nvSpPr>
          <p:cNvPr id="22" name="TextBox 21"/>
          <p:cNvSpPr txBox="1"/>
          <p:nvPr/>
        </p:nvSpPr>
        <p:spPr>
          <a:xfrm>
            <a:off x="4069080" y="3264408"/>
            <a:ext cx="1691640" cy="100584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Sales and applications team in Taipei, Hsinchu, Taichung, Tainan</a:t>
            </a:r>
          </a:p>
        </p:txBody>
      </p:sp>
      <p:sp>
        <p:nvSpPr>
          <p:cNvPr id="23" name="Rectangle 22"/>
          <p:cNvSpPr/>
          <p:nvPr/>
        </p:nvSpPr>
        <p:spPr>
          <a:xfrm>
            <a:off x="6172200" y="2697480"/>
            <a:ext cx="2743200" cy="1691640"/>
          </a:xfrm>
          <a:prstGeom prst="rect">
            <a:avLst/>
          </a:prstGeom>
          <a:solidFill>
            <a:srgbClr val="F7F7F7"/>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art.png"/>
          <p:cNvPicPr>
            <a:picLocks noChangeAspect="1"/>
          </p:cNvPicPr>
          <p:nvPr/>
        </p:nvPicPr>
        <p:blipFill>
          <a:blip r:embed="rId7"/>
          <a:stretch>
            <a:fillRect/>
          </a:stretch>
        </p:blipFill>
        <p:spPr>
          <a:xfrm>
            <a:off x="6355080" y="2880360"/>
            <a:ext cx="502920" cy="502920"/>
          </a:xfrm>
          <a:prstGeom prst="rect">
            <a:avLst/>
          </a:prstGeom>
        </p:spPr>
      </p:pic>
      <p:sp>
        <p:nvSpPr>
          <p:cNvPr id="25" name="TextBox 24"/>
          <p:cNvSpPr txBox="1"/>
          <p:nvPr/>
        </p:nvSpPr>
        <p:spPr>
          <a:xfrm>
            <a:off x="7040880" y="2898648"/>
            <a:ext cx="1691640" cy="365760"/>
          </a:xfrm>
          <a:prstGeom prst="rect">
            <a:avLst/>
          </a:prstGeom>
          <a:noFill/>
        </p:spPr>
        <p:txBody>
          <a:bodyPr wrap="square" anchor="t" lIns="0" rIns="0" tIns="0" bIns="0">
            <a:spAutoFit/>
          </a:bodyPr>
          <a:lstStyle/>
          <a:p>
            <a:pPr algn="l">
              <a:lnSpc>
                <a:spcPct val="100000"/>
              </a:lnSpc>
            </a:pPr>
            <a:r>
              <a:rPr sz="1300" b="1" i="0">
                <a:solidFill>
                  <a:srgbClr val="000000"/>
                </a:solidFill>
                <a:latin typeface="Arial"/>
                <a:ea typeface="Arial"/>
                <a:cs typeface="Arial"/>
              </a:rPr>
              <a:t>Buy on TI.com</a:t>
            </a:r>
          </a:p>
        </p:txBody>
      </p:sp>
      <p:sp>
        <p:nvSpPr>
          <p:cNvPr id="26" name="TextBox 25"/>
          <p:cNvSpPr txBox="1"/>
          <p:nvPr/>
        </p:nvSpPr>
        <p:spPr>
          <a:xfrm>
            <a:off x="7040880" y="3264408"/>
            <a:ext cx="1691640" cy="100584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Samples, pricing and stock online,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Three moves, in order</a:t>
            </a:r>
          </a:p>
        </p:txBody>
      </p:sp>
      <p:sp>
        <p:nvSpPr>
          <p:cNvPr id="3" name="TextBox 2"/>
          <p:cNvSpPr txBox="1"/>
          <p:nvPr/>
        </p:nvSpPr>
        <p:spPr>
          <a:xfrm>
            <a:off x="228600" y="822960"/>
            <a:ext cx="2651760" cy="822960"/>
          </a:xfrm>
          <a:prstGeom prst="rect">
            <a:avLst/>
          </a:prstGeom>
          <a:noFill/>
        </p:spPr>
        <p:txBody>
          <a:bodyPr wrap="square" anchor="t" lIns="0" rIns="0" tIns="0" bIns="0">
            <a:spAutoFit/>
          </a:bodyPr>
          <a:lstStyle/>
          <a:p>
            <a:pPr algn="l">
              <a:lnSpc>
                <a:spcPct val="100000"/>
              </a:lnSpc>
            </a:pPr>
            <a:r>
              <a:rPr sz="4000" b="1" i="0">
                <a:solidFill>
                  <a:srgbClr val="CC0000"/>
                </a:solidFill>
                <a:latin typeface="Arial"/>
                <a:ea typeface="Arial"/>
                <a:cs typeface="Arial"/>
              </a:rPr>
              <a:t>01</a:t>
            </a:r>
          </a:p>
        </p:txBody>
      </p:sp>
      <p:sp>
        <p:nvSpPr>
          <p:cNvPr id="4" name="TextBox 3"/>
          <p:cNvSpPr txBox="1"/>
          <p:nvPr/>
        </p:nvSpPr>
        <p:spPr>
          <a:xfrm>
            <a:off x="228600" y="1737360"/>
            <a:ext cx="2651760" cy="457200"/>
          </a:xfrm>
          <a:prstGeom prst="rect">
            <a:avLst/>
          </a:prstGeom>
          <a:noFill/>
        </p:spPr>
        <p:txBody>
          <a:bodyPr wrap="square" anchor="t" lIns="0" rIns="0" tIns="0" bIns="0">
            <a:spAutoFit/>
          </a:bodyPr>
          <a:lstStyle/>
          <a:p>
            <a:pPr algn="l">
              <a:lnSpc>
                <a:spcPct val="100000"/>
              </a:lnSpc>
            </a:pPr>
            <a:r>
              <a:rPr sz="1600" b="1" i="0">
                <a:solidFill>
                  <a:srgbClr val="000000"/>
                </a:solidFill>
                <a:latin typeface="Arial"/>
                <a:ea typeface="Arial"/>
                <a:cs typeface="Arial"/>
              </a:rPr>
              <a:t>Earn the engineers</a:t>
            </a:r>
          </a:p>
        </p:txBody>
      </p:sp>
      <p:sp>
        <p:nvSpPr>
          <p:cNvPr id="5" name="TextBox 4"/>
          <p:cNvSpPr txBox="1"/>
          <p:nvPr/>
        </p:nvSpPr>
        <p:spPr>
          <a:xfrm>
            <a:off x="228600" y="2240280"/>
            <a:ext cx="2651760" cy="1645920"/>
          </a:xfrm>
          <a:prstGeom prst="rect">
            <a:avLst/>
          </a:prstGeom>
          <a:noFill/>
        </p:spPr>
        <p:txBody>
          <a:bodyPr wrap="square" anchor="t" lIns="0" rIns="0" tIns="0" bIns="0">
            <a:spAutoFit/>
          </a:bodyPr>
          <a:lstStyle/>
          <a:p>
            <a:pPr algn="l">
              <a:lnSpc>
                <a:spcPct val="125000"/>
              </a:lnSpc>
            </a:pPr>
            <a:r>
              <a:rPr sz="1200" b="0" i="0">
                <a:solidFill>
                  <a:srgbClr val="333333"/>
                </a:solidFill>
                <a:latin typeface="Arial"/>
                <a:ea typeface="Arial"/>
                <a:cs typeface="Arial"/>
              </a:rPr>
              <a:t>Technical content where Taiwan's designers already read, in their language.</a:t>
            </a:r>
          </a:p>
        </p:txBody>
      </p:sp>
      <p:cxnSp>
        <p:nvCxnSpPr>
          <p:cNvPr id="6" name="Connector 5"/>
          <p:cNvCxnSpPr/>
          <p:nvPr/>
        </p:nvCxnSpPr>
        <p:spPr>
          <a:xfrm>
            <a:off x="3063240" y="914400"/>
            <a:ext cx="0" cy="329184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246120" y="822960"/>
            <a:ext cx="2651760" cy="822960"/>
          </a:xfrm>
          <a:prstGeom prst="rect">
            <a:avLst/>
          </a:prstGeom>
          <a:noFill/>
        </p:spPr>
        <p:txBody>
          <a:bodyPr wrap="square" anchor="t" lIns="0" rIns="0" tIns="0" bIns="0">
            <a:spAutoFit/>
          </a:bodyPr>
          <a:lstStyle/>
          <a:p>
            <a:pPr algn="l">
              <a:lnSpc>
                <a:spcPct val="100000"/>
              </a:lnSpc>
            </a:pPr>
            <a:r>
              <a:rPr sz="4000" b="1" i="0">
                <a:solidFill>
                  <a:srgbClr val="CCCCCC"/>
                </a:solidFill>
                <a:latin typeface="Arial"/>
                <a:ea typeface="Arial"/>
                <a:cs typeface="Arial"/>
              </a:rPr>
              <a:t>02</a:t>
            </a:r>
          </a:p>
        </p:txBody>
      </p:sp>
      <p:sp>
        <p:nvSpPr>
          <p:cNvPr id="8" name="TextBox 7"/>
          <p:cNvSpPr txBox="1"/>
          <p:nvPr/>
        </p:nvSpPr>
        <p:spPr>
          <a:xfrm>
            <a:off x="3246120" y="1737360"/>
            <a:ext cx="2651760" cy="457200"/>
          </a:xfrm>
          <a:prstGeom prst="rect">
            <a:avLst/>
          </a:prstGeom>
          <a:noFill/>
        </p:spPr>
        <p:txBody>
          <a:bodyPr wrap="square" anchor="t" lIns="0" rIns="0" tIns="0" bIns="0">
            <a:spAutoFit/>
          </a:bodyPr>
          <a:lstStyle/>
          <a:p>
            <a:pPr algn="l">
              <a:lnSpc>
                <a:spcPct val="100000"/>
              </a:lnSpc>
            </a:pPr>
            <a:r>
              <a:rPr sz="1600" b="1" i="0">
                <a:solidFill>
                  <a:srgbClr val="000000"/>
                </a:solidFill>
                <a:latin typeface="Arial"/>
                <a:ea typeface="Arial"/>
                <a:cs typeface="Arial"/>
              </a:rPr>
              <a:t>Show the fabs</a:t>
            </a:r>
          </a:p>
        </p:txBody>
      </p:sp>
      <p:sp>
        <p:nvSpPr>
          <p:cNvPr id="9" name="TextBox 8"/>
          <p:cNvSpPr txBox="1"/>
          <p:nvPr/>
        </p:nvSpPr>
        <p:spPr>
          <a:xfrm>
            <a:off x="3246120" y="2240280"/>
            <a:ext cx="2651760" cy="1645920"/>
          </a:xfrm>
          <a:prstGeom prst="rect">
            <a:avLst/>
          </a:prstGeom>
          <a:noFill/>
        </p:spPr>
        <p:txBody>
          <a:bodyPr wrap="square" anchor="t" lIns="0" rIns="0" tIns="0" bIns="0">
            <a:spAutoFit/>
          </a:bodyPr>
          <a:lstStyle/>
          <a:p>
            <a:pPr algn="l">
              <a:lnSpc>
                <a:spcPct val="125000"/>
              </a:lnSpc>
            </a:pPr>
            <a:r>
              <a:rPr sz="1200" b="0" i="0">
                <a:solidFill>
                  <a:srgbClr val="333333"/>
                </a:solidFill>
                <a:latin typeface="Arial"/>
                <a:ea typeface="Arial"/>
                <a:cs typeface="Arial"/>
              </a:rPr>
              <a:t>Make supply assurance visible: sites, capacity, continuity, on the record.</a:t>
            </a:r>
          </a:p>
        </p:txBody>
      </p:sp>
      <p:cxnSp>
        <p:nvCxnSpPr>
          <p:cNvPr id="10" name="Connector 9"/>
          <p:cNvCxnSpPr/>
          <p:nvPr/>
        </p:nvCxnSpPr>
        <p:spPr>
          <a:xfrm>
            <a:off x="6080760" y="914400"/>
            <a:ext cx="0" cy="329184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63640" y="822960"/>
            <a:ext cx="2651760" cy="822960"/>
          </a:xfrm>
          <a:prstGeom prst="rect">
            <a:avLst/>
          </a:prstGeom>
          <a:noFill/>
        </p:spPr>
        <p:txBody>
          <a:bodyPr wrap="square" anchor="t" lIns="0" rIns="0" tIns="0" bIns="0">
            <a:spAutoFit/>
          </a:bodyPr>
          <a:lstStyle/>
          <a:p>
            <a:pPr algn="l">
              <a:lnSpc>
                <a:spcPct val="100000"/>
              </a:lnSpc>
            </a:pPr>
            <a:r>
              <a:rPr sz="4000" b="1" i="0">
                <a:solidFill>
                  <a:srgbClr val="CCCCCC"/>
                </a:solidFill>
                <a:latin typeface="Arial"/>
                <a:ea typeface="Arial"/>
                <a:cs typeface="Arial"/>
              </a:rPr>
              <a:t>03</a:t>
            </a:r>
          </a:p>
        </p:txBody>
      </p:sp>
      <p:sp>
        <p:nvSpPr>
          <p:cNvPr id="12" name="TextBox 11"/>
          <p:cNvSpPr txBox="1"/>
          <p:nvPr/>
        </p:nvSpPr>
        <p:spPr>
          <a:xfrm>
            <a:off x="6263640" y="1737360"/>
            <a:ext cx="2651760" cy="457200"/>
          </a:xfrm>
          <a:prstGeom prst="rect">
            <a:avLst/>
          </a:prstGeom>
          <a:noFill/>
        </p:spPr>
        <p:txBody>
          <a:bodyPr wrap="square" anchor="t" lIns="0" rIns="0" tIns="0" bIns="0">
            <a:spAutoFit/>
          </a:bodyPr>
          <a:lstStyle/>
          <a:p>
            <a:pPr algn="l">
              <a:lnSpc>
                <a:spcPct val="100000"/>
              </a:lnSpc>
            </a:pPr>
            <a:r>
              <a:rPr sz="1600" b="1" i="0">
                <a:solidFill>
                  <a:srgbClr val="000000"/>
                </a:solidFill>
                <a:latin typeface="Arial"/>
                <a:ea typeface="Arial"/>
                <a:cs typeface="Arial"/>
              </a:rPr>
              <a:t>Name the employer</a:t>
            </a:r>
          </a:p>
        </p:txBody>
      </p:sp>
      <p:sp>
        <p:nvSpPr>
          <p:cNvPr id="13" name="TextBox 12"/>
          <p:cNvSpPr txBox="1"/>
          <p:nvPr/>
        </p:nvSpPr>
        <p:spPr>
          <a:xfrm>
            <a:off x="6263640" y="2240280"/>
            <a:ext cx="2651760" cy="1645920"/>
          </a:xfrm>
          <a:prstGeom prst="rect">
            <a:avLst/>
          </a:prstGeom>
          <a:noFill/>
        </p:spPr>
        <p:txBody>
          <a:bodyPr wrap="square" anchor="t" lIns="0" rIns="0" tIns="0" bIns="0">
            <a:spAutoFit/>
          </a:bodyPr>
          <a:lstStyle/>
          <a:p>
            <a:pPr algn="l">
              <a:lnSpc>
                <a:spcPct val="125000"/>
              </a:lnSpc>
            </a:pPr>
            <a:r>
              <a:rPr sz="1200" b="0" i="0">
                <a:solidFill>
                  <a:srgbClr val="333333"/>
                </a:solidFill>
                <a:latin typeface="Arial"/>
                <a:ea typeface="Arial"/>
                <a:cs typeface="Arial"/>
              </a:rPr>
              <a:t>TI Taiwan as an employer: the awards, the people, the career 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From parts people trust to a brand people choose</a:t>
            </a:r>
          </a:p>
        </p:txBody>
      </p:sp>
      <p:sp>
        <p:nvSpPr>
          <p:cNvPr id="3" name="Rectangle 2"/>
          <p:cNvSpPr/>
          <p:nvPr/>
        </p:nvSpPr>
        <p:spPr>
          <a:xfrm>
            <a:off x="228600" y="1280160"/>
            <a:ext cx="2468880" cy="219456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508760"/>
            <a:ext cx="2011680" cy="274320"/>
          </a:xfrm>
          <a:prstGeom prst="rect">
            <a:avLst/>
          </a:prstGeom>
          <a:noFill/>
        </p:spPr>
        <p:txBody>
          <a:bodyPr wrap="square" anchor="t" lIns="0" rIns="0" tIns="0" bIns="0">
            <a:spAutoFit/>
          </a:bodyPr>
          <a:lstStyle/>
          <a:p>
            <a:pPr algn="l">
              <a:lnSpc>
                <a:spcPct val="100000"/>
              </a:lnSpc>
            </a:pPr>
            <a:r>
              <a:rPr sz="1000" b="1" i="0">
                <a:solidFill>
                  <a:srgbClr val="117788"/>
                </a:solidFill>
                <a:latin typeface="Arial"/>
                <a:ea typeface="Arial"/>
                <a:cs typeface="Arial"/>
              </a:rPr>
              <a:t>TODAY</a:t>
            </a:r>
          </a:p>
        </p:txBody>
      </p:sp>
      <p:sp>
        <p:nvSpPr>
          <p:cNvPr id="5" name="TextBox 4"/>
          <p:cNvSpPr txBox="1"/>
          <p:nvPr/>
        </p:nvSpPr>
        <p:spPr>
          <a:xfrm>
            <a:off x="457200" y="1828800"/>
            <a:ext cx="2011680" cy="731520"/>
          </a:xfrm>
          <a:prstGeom prst="rect">
            <a:avLst/>
          </a:prstGeom>
          <a:noFill/>
        </p:spPr>
        <p:txBody>
          <a:bodyPr wrap="square" anchor="t" lIns="0" rIns="0" tIns="0" bIns="0">
            <a:spAutoFit/>
          </a:bodyPr>
          <a:lstStyle/>
          <a:p>
            <a:pPr algn="l">
              <a:lnSpc>
                <a:spcPct val="100000"/>
              </a:lnSpc>
            </a:pPr>
            <a:r>
              <a:rPr sz="1800" b="1" i="0">
                <a:solidFill>
                  <a:srgbClr val="000000"/>
                </a:solidFill>
                <a:latin typeface="Arial"/>
                <a:ea typeface="Arial"/>
                <a:cs typeface="Arial"/>
              </a:rPr>
              <a:t>Known by part number</a:t>
            </a:r>
          </a:p>
        </p:txBody>
      </p:sp>
      <p:sp>
        <p:nvSpPr>
          <p:cNvPr id="6" name="TextBox 5"/>
          <p:cNvSpPr txBox="1"/>
          <p:nvPr/>
        </p:nvSpPr>
        <p:spPr>
          <a:xfrm>
            <a:off x="457200" y="2560320"/>
            <a:ext cx="2011680" cy="82296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Engineers specify TI without naming it</a:t>
            </a:r>
          </a:p>
        </p:txBody>
      </p:sp>
      <p:cxnSp>
        <p:nvCxnSpPr>
          <p:cNvPr id="7" name="Connector 6"/>
          <p:cNvCxnSpPr/>
          <p:nvPr/>
        </p:nvCxnSpPr>
        <p:spPr>
          <a:xfrm>
            <a:off x="2770632" y="2377440"/>
            <a:ext cx="493776"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337560" y="1280160"/>
            <a:ext cx="2468880" cy="2194560"/>
          </a:xfrm>
          <a:prstGeom prst="rect">
            <a:avLst/>
          </a:prstGeom>
          <a:solidFill>
            <a:srgbClr val="117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66160" y="1508760"/>
            <a:ext cx="2011680" cy="274320"/>
          </a:xfrm>
          <a:prstGeom prst="rect">
            <a:avLst/>
          </a:prstGeom>
          <a:noFill/>
        </p:spPr>
        <p:txBody>
          <a:bodyPr wrap="square" anchor="t" lIns="0" rIns="0" tIns="0" bIns="0">
            <a:spAutoFit/>
          </a:bodyPr>
          <a:lstStyle/>
          <a:p>
            <a:pPr algn="l">
              <a:lnSpc>
                <a:spcPct val="100000"/>
              </a:lnSpc>
            </a:pPr>
            <a:r>
              <a:rPr sz="1000" b="1" i="0">
                <a:solidFill>
                  <a:srgbClr val="FFFFFF"/>
                </a:solidFill>
                <a:latin typeface="Arial"/>
                <a:ea typeface="Arial"/>
                <a:cs typeface="Arial"/>
              </a:rPr>
              <a:t>THE PROGRAMME</a:t>
            </a:r>
          </a:p>
        </p:txBody>
      </p:sp>
      <p:sp>
        <p:nvSpPr>
          <p:cNvPr id="10" name="TextBox 9"/>
          <p:cNvSpPr txBox="1"/>
          <p:nvPr/>
        </p:nvSpPr>
        <p:spPr>
          <a:xfrm>
            <a:off x="3566160" y="1828800"/>
            <a:ext cx="2011680" cy="731520"/>
          </a:xfrm>
          <a:prstGeom prst="rect">
            <a:avLst/>
          </a:prstGeom>
          <a:noFill/>
        </p:spPr>
        <p:txBody>
          <a:bodyPr wrap="square" anchor="t" lIns="0" rIns="0" tIns="0" bIns="0">
            <a:spAutoFit/>
          </a:bodyPr>
          <a:lstStyle/>
          <a:p>
            <a:pPr algn="l">
              <a:lnSpc>
                <a:spcPct val="100000"/>
              </a:lnSpc>
            </a:pPr>
            <a:r>
              <a:rPr sz="1800" b="1" i="0">
                <a:solidFill>
                  <a:srgbClr val="FFFFFF"/>
                </a:solidFill>
                <a:latin typeface="Arial"/>
                <a:ea typeface="Arial"/>
                <a:cs typeface="Arial"/>
              </a:rPr>
              <a:t>Named, local, visible</a:t>
            </a:r>
          </a:p>
        </p:txBody>
      </p:sp>
      <p:sp>
        <p:nvSpPr>
          <p:cNvPr id="11" name="TextBox 10"/>
          <p:cNvSpPr txBox="1"/>
          <p:nvPr/>
        </p:nvSpPr>
        <p:spPr>
          <a:xfrm>
            <a:off x="3566160" y="2560320"/>
            <a:ext cx="2011680" cy="822960"/>
          </a:xfrm>
          <a:prstGeom prst="rect">
            <a:avLst/>
          </a:prstGeom>
          <a:noFill/>
        </p:spPr>
        <p:txBody>
          <a:bodyPr wrap="square" anchor="t" lIns="0" rIns="0" tIns="0" bIns="0">
            <a:spAutoFit/>
          </a:bodyPr>
          <a:lstStyle/>
          <a:p>
            <a:pPr algn="l">
              <a:lnSpc>
                <a:spcPct val="120000"/>
              </a:lnSpc>
            </a:pPr>
            <a:r>
              <a:rPr sz="1100" b="0" i="0">
                <a:solidFill>
                  <a:srgbClr val="FFFFFF"/>
                </a:solidFill>
                <a:latin typeface="Arial"/>
                <a:ea typeface="Arial"/>
                <a:cs typeface="Arial"/>
              </a:rPr>
              <a:t>Stories, sites and people in Taiwan's own channels</a:t>
            </a:r>
          </a:p>
        </p:txBody>
      </p:sp>
      <p:cxnSp>
        <p:nvCxnSpPr>
          <p:cNvPr id="12" name="Connector 11"/>
          <p:cNvCxnSpPr/>
          <p:nvPr/>
        </p:nvCxnSpPr>
        <p:spPr>
          <a:xfrm>
            <a:off x="5879592" y="2377440"/>
            <a:ext cx="493776" cy="0"/>
          </a:xfrm>
          <a:prstGeom prst="line">
            <a:avLst/>
          </a:prstGeom>
          <a:ln w="19050">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446520" y="1280160"/>
            <a:ext cx="2468880" cy="2194560"/>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75120" y="1508760"/>
            <a:ext cx="2011680" cy="274320"/>
          </a:xfrm>
          <a:prstGeom prst="rect">
            <a:avLst/>
          </a:prstGeom>
          <a:noFill/>
        </p:spPr>
        <p:txBody>
          <a:bodyPr wrap="square" anchor="t" lIns="0" rIns="0" tIns="0" bIns="0">
            <a:spAutoFit/>
          </a:bodyPr>
          <a:lstStyle/>
          <a:p>
            <a:pPr algn="l">
              <a:lnSpc>
                <a:spcPct val="100000"/>
              </a:lnSpc>
            </a:pPr>
            <a:r>
              <a:rPr sz="1000" b="1" i="0">
                <a:solidFill>
                  <a:srgbClr val="117788"/>
                </a:solidFill>
                <a:latin typeface="Arial"/>
                <a:ea typeface="Arial"/>
                <a:cs typeface="Arial"/>
              </a:rPr>
              <a:t>IN 12 MONTHS</a:t>
            </a:r>
          </a:p>
        </p:txBody>
      </p:sp>
      <p:sp>
        <p:nvSpPr>
          <p:cNvPr id="15" name="TextBox 14"/>
          <p:cNvSpPr txBox="1"/>
          <p:nvPr/>
        </p:nvSpPr>
        <p:spPr>
          <a:xfrm>
            <a:off x="6675120" y="1828800"/>
            <a:ext cx="2011680" cy="731520"/>
          </a:xfrm>
          <a:prstGeom prst="rect">
            <a:avLst/>
          </a:prstGeom>
          <a:noFill/>
        </p:spPr>
        <p:txBody>
          <a:bodyPr wrap="square" anchor="t" lIns="0" rIns="0" tIns="0" bIns="0">
            <a:spAutoFit/>
          </a:bodyPr>
          <a:lstStyle/>
          <a:p>
            <a:pPr algn="l">
              <a:lnSpc>
                <a:spcPct val="100000"/>
              </a:lnSpc>
            </a:pPr>
            <a:r>
              <a:rPr sz="1800" b="1" i="0">
                <a:solidFill>
                  <a:srgbClr val="000000"/>
                </a:solidFill>
                <a:latin typeface="Arial"/>
                <a:ea typeface="Arial"/>
                <a:cs typeface="Arial"/>
              </a:rPr>
              <a:t>Preferred by name</a:t>
            </a:r>
          </a:p>
        </p:txBody>
      </p:sp>
      <p:sp>
        <p:nvSpPr>
          <p:cNvPr id="16" name="TextBox 15"/>
          <p:cNvSpPr txBox="1"/>
          <p:nvPr/>
        </p:nvSpPr>
        <p:spPr>
          <a:xfrm>
            <a:off x="6675120" y="2560320"/>
            <a:ext cx="2011680" cy="822960"/>
          </a:xfrm>
          <a:prstGeom prst="rect">
            <a:avLst/>
          </a:prstGeom>
          <a:noFill/>
        </p:spPr>
        <p:txBody>
          <a:bodyPr wrap="square" anchor="t" lIns="0" rIns="0" tIns="0" bIns="0">
            <a:spAutoFit/>
          </a:bodyPr>
          <a:lstStyle/>
          <a:p>
            <a:pPr algn="l">
              <a:lnSpc>
                <a:spcPct val="120000"/>
              </a:lnSpc>
            </a:pPr>
            <a:r>
              <a:rPr sz="1100" b="0" i="0">
                <a:solidFill>
                  <a:srgbClr val="333333"/>
                </a:solidFill>
                <a:latin typeface="Arial"/>
                <a:ea typeface="Arial"/>
                <a:cs typeface="Arial"/>
              </a:rPr>
              <a:t>TI asked for in the brief, not found in the BOM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TI Taiwan is bigger than most of its customers realise</a:t>
            </a:r>
          </a:p>
        </p:txBody>
      </p:sp>
      <p:sp>
        <p:nvSpPr>
          <p:cNvPr id="3" name="TextBox 2"/>
          <p:cNvSpPr txBox="1"/>
          <p:nvPr/>
        </p:nvSpPr>
        <p:spPr>
          <a:xfrm>
            <a:off x="502920" y="1645920"/>
            <a:ext cx="2346960" cy="1188720"/>
          </a:xfrm>
          <a:prstGeom prst="rect">
            <a:avLst/>
          </a:prstGeom>
          <a:noFill/>
        </p:spPr>
        <p:txBody>
          <a:bodyPr wrap="square" anchor="t" lIns="0" rIns="0" tIns="0" bIns="0">
            <a:spAutoFit/>
          </a:bodyPr>
          <a:lstStyle/>
          <a:p>
            <a:pPr algn="l">
              <a:lnSpc>
                <a:spcPct val="100000"/>
              </a:lnSpc>
            </a:pPr>
            <a:r>
              <a:rPr sz="6000" b="1" i="0">
                <a:solidFill>
                  <a:srgbClr val="CC0000"/>
                </a:solidFill>
                <a:latin typeface="Arial"/>
                <a:ea typeface="Arial"/>
                <a:cs typeface="Arial"/>
              </a:rPr>
              <a:t>00</a:t>
            </a:r>
          </a:p>
        </p:txBody>
      </p:sp>
      <p:sp>
        <p:nvSpPr>
          <p:cNvPr id="4" name="TextBox 3"/>
          <p:cNvSpPr txBox="1"/>
          <p:nvPr/>
        </p:nvSpPr>
        <p:spPr>
          <a:xfrm>
            <a:off x="502920" y="2926080"/>
            <a:ext cx="2346960" cy="457200"/>
          </a:xfrm>
          <a:prstGeom prst="rect">
            <a:avLst/>
          </a:prstGeom>
          <a:noFill/>
        </p:spPr>
        <p:txBody>
          <a:bodyPr wrap="square" anchor="t" lIns="0" rIns="0" tIns="0" bIns="0">
            <a:spAutoFit/>
          </a:bodyPr>
          <a:lstStyle/>
          <a:p>
            <a:pPr algn="l">
              <a:lnSpc>
                <a:spcPct val="100000"/>
              </a:lnSpc>
            </a:pPr>
            <a:r>
              <a:rPr sz="1200" b="0" i="0">
                <a:solidFill>
                  <a:srgbClr val="767676"/>
                </a:solidFill>
                <a:latin typeface="Arial"/>
                <a:ea typeface="Arial"/>
                <a:cs typeface="Arial"/>
              </a:rPr>
              <a:t>years in Taiwan</a:t>
            </a:r>
          </a:p>
        </p:txBody>
      </p:sp>
      <p:cxnSp>
        <p:nvCxnSpPr>
          <p:cNvPr id="5" name="Connector 4"/>
          <p:cNvCxnSpPr/>
          <p:nvPr/>
        </p:nvCxnSpPr>
        <p:spPr>
          <a:xfrm>
            <a:off x="3124200" y="1554480"/>
            <a:ext cx="0" cy="219456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398520" y="1645920"/>
            <a:ext cx="2346960" cy="1188720"/>
          </a:xfrm>
          <a:prstGeom prst="rect">
            <a:avLst/>
          </a:prstGeom>
          <a:noFill/>
        </p:spPr>
        <p:txBody>
          <a:bodyPr wrap="square" anchor="t" lIns="0" rIns="0" tIns="0" bIns="0">
            <a:spAutoFit/>
          </a:bodyPr>
          <a:lstStyle/>
          <a:p>
            <a:pPr algn="l">
              <a:lnSpc>
                <a:spcPct val="100000"/>
              </a:lnSpc>
            </a:pPr>
            <a:r>
              <a:rPr sz="4400" b="1" i="0">
                <a:solidFill>
                  <a:srgbClr val="000000"/>
                </a:solidFill>
                <a:latin typeface="Arial"/>
                <a:ea typeface="Arial"/>
                <a:cs typeface="Arial"/>
              </a:rPr>
              <a:t>0,000</a:t>
            </a:r>
          </a:p>
        </p:txBody>
      </p:sp>
      <p:sp>
        <p:nvSpPr>
          <p:cNvPr id="7" name="TextBox 6"/>
          <p:cNvSpPr txBox="1"/>
          <p:nvPr/>
        </p:nvSpPr>
        <p:spPr>
          <a:xfrm>
            <a:off x="3398520" y="2926080"/>
            <a:ext cx="2346960" cy="457200"/>
          </a:xfrm>
          <a:prstGeom prst="rect">
            <a:avLst/>
          </a:prstGeom>
          <a:noFill/>
        </p:spPr>
        <p:txBody>
          <a:bodyPr wrap="square" anchor="t" lIns="0" rIns="0" tIns="0" bIns="0">
            <a:spAutoFit/>
          </a:bodyPr>
          <a:lstStyle/>
          <a:p>
            <a:pPr algn="l">
              <a:lnSpc>
                <a:spcPct val="100000"/>
              </a:lnSpc>
            </a:pPr>
            <a:r>
              <a:rPr sz="1200" b="0" i="0">
                <a:solidFill>
                  <a:srgbClr val="767676"/>
                </a:solidFill>
                <a:latin typeface="Arial"/>
                <a:ea typeface="Arial"/>
                <a:cs typeface="Arial"/>
              </a:rPr>
              <a:t>employees</a:t>
            </a:r>
          </a:p>
        </p:txBody>
      </p:sp>
      <p:cxnSp>
        <p:nvCxnSpPr>
          <p:cNvPr id="8" name="Connector 7"/>
          <p:cNvCxnSpPr/>
          <p:nvPr/>
        </p:nvCxnSpPr>
        <p:spPr>
          <a:xfrm>
            <a:off x="6019800" y="1554480"/>
            <a:ext cx="0" cy="219456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94120" y="1645920"/>
            <a:ext cx="2346960" cy="1188720"/>
          </a:xfrm>
          <a:prstGeom prst="rect">
            <a:avLst/>
          </a:prstGeom>
          <a:noFill/>
        </p:spPr>
        <p:txBody>
          <a:bodyPr wrap="square" anchor="t" lIns="0" rIns="0" tIns="0" bIns="0">
            <a:spAutoFit/>
          </a:bodyPr>
          <a:lstStyle/>
          <a:p>
            <a:pPr algn="l">
              <a:lnSpc>
                <a:spcPct val="100000"/>
              </a:lnSpc>
            </a:pPr>
            <a:r>
              <a:rPr sz="4400" b="1" i="0">
                <a:solidFill>
                  <a:srgbClr val="000000"/>
                </a:solidFill>
                <a:latin typeface="Arial"/>
                <a:ea typeface="Arial"/>
                <a:cs typeface="Arial"/>
              </a:rPr>
              <a:t>0,000</a:t>
            </a:r>
          </a:p>
        </p:txBody>
      </p:sp>
      <p:sp>
        <p:nvSpPr>
          <p:cNvPr id="10" name="TextBox 9"/>
          <p:cNvSpPr txBox="1"/>
          <p:nvPr/>
        </p:nvSpPr>
        <p:spPr>
          <a:xfrm>
            <a:off x="6294120" y="2926080"/>
            <a:ext cx="2346960" cy="457200"/>
          </a:xfrm>
          <a:prstGeom prst="rect">
            <a:avLst/>
          </a:prstGeom>
          <a:noFill/>
        </p:spPr>
        <p:txBody>
          <a:bodyPr wrap="square" anchor="t" lIns="0" rIns="0" tIns="0" bIns="0">
            <a:spAutoFit/>
          </a:bodyPr>
          <a:lstStyle/>
          <a:p>
            <a:pPr algn="l">
              <a:lnSpc>
                <a:spcPct val="100000"/>
              </a:lnSpc>
            </a:pPr>
            <a:r>
              <a:rPr sz="1200" b="0" i="0">
                <a:solidFill>
                  <a:srgbClr val="767676"/>
                </a:solidFill>
                <a:latin typeface="Arial"/>
                <a:ea typeface="Arial"/>
                <a:cs typeface="Arial"/>
              </a:rPr>
              <a:t>customers served locally</a:t>
            </a:r>
          </a:p>
        </p:txBody>
      </p:sp>
      <p:sp>
        <p:nvSpPr>
          <p:cNvPr id="11" name="TextBox 10"/>
          <p:cNvSpPr txBox="1"/>
          <p:nvPr/>
        </p:nvSpPr>
        <p:spPr>
          <a:xfrm>
            <a:off x="228600" y="4160520"/>
            <a:ext cx="8686800" cy="228600"/>
          </a:xfrm>
          <a:prstGeom prst="rect">
            <a:avLst/>
          </a:prstGeom>
          <a:noFill/>
        </p:spPr>
        <p:txBody>
          <a:bodyPr wrap="square" anchor="t" lIns="0" rIns="0" tIns="0" bIns="0">
            <a:spAutoFit/>
          </a:bodyPr>
          <a:lstStyle/>
          <a:p>
            <a:pPr algn="l">
              <a:lnSpc>
                <a:spcPct val="100000"/>
              </a:lnSpc>
            </a:pPr>
            <a:r>
              <a:rPr sz="900" b="0" i="0">
                <a:solidFill>
                  <a:srgbClr val="808080"/>
                </a:solidFill>
                <a:latin typeface="Arial"/>
                <a:ea typeface="Arial"/>
                <a:cs typeface="Arial"/>
              </a:rPr>
              <a:t>Source: [REAL DATA · what · who supplies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5143500"/>
          </a:xfrm>
          <a:prstGeom prst="rect">
            <a:avLst/>
          </a:prstGeom>
          <a:solidFill>
            <a:srgbClr val="F7F7F7"/>
          </a:solidFill>
          <a:ln w="12700">
            <a:solidFill>
              <a:srgbClr val="949494"/>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37160" y="2297430"/>
            <a:ext cx="4297680" cy="548640"/>
          </a:xfrm>
          <a:prstGeom prst="rect">
            <a:avLst/>
          </a:prstGeom>
          <a:noFill/>
        </p:spPr>
        <p:txBody>
          <a:bodyPr wrap="square" anchor="t" lIns="0" rIns="0" tIns="0" bIns="0">
            <a:spAutoFit/>
          </a:bodyPr>
          <a:lstStyle/>
          <a:p>
            <a:pPr algn="ctr">
              <a:lnSpc>
                <a:spcPct val="100000"/>
              </a:lnSpc>
            </a:pPr>
            <a:r>
              <a:rPr sz="1100" b="1" i="0">
                <a:solidFill>
                  <a:srgbClr val="333333"/>
                </a:solidFill>
                <a:latin typeface="Arial"/>
                <a:ea typeface="Arial"/>
                <a:cs typeface="Arial"/>
              </a:rPr>
              <a:t>Photograph · 1:1.17 · generate 960×1080 px</a:t>
            </a:r>
          </a:p>
          <a:p>
            <a:pPr algn="ctr">
              <a:lnSpc>
                <a:spcPct val="100000"/>
              </a:lnSpc>
            </a:pPr>
            <a:r>
              <a:rPr sz="850" b="0" i="0">
                <a:solidFill>
                  <a:srgbClr val="767676"/>
                </a:solidFill>
                <a:latin typeface="Arial"/>
                <a:ea typeface="Arial"/>
                <a:cs typeface="Arial"/>
              </a:rPr>
              <a:t>RFAB2 cleanroom, two engineers at a tool, wide, high-key, no faces to camera</a:t>
            </a:r>
          </a:p>
        </p:txBody>
      </p:sp>
      <p:sp>
        <p:nvSpPr>
          <p:cNvPr id="4" name="TextBox 3"/>
          <p:cNvSpPr txBox="1"/>
          <p:nvPr/>
        </p:nvSpPr>
        <p:spPr>
          <a:xfrm>
            <a:off x="4937760" y="822960"/>
            <a:ext cx="3931920" cy="274320"/>
          </a:xfrm>
          <a:prstGeom prst="rect">
            <a:avLst/>
          </a:prstGeom>
          <a:noFill/>
        </p:spPr>
        <p:txBody>
          <a:bodyPr wrap="square" anchor="t" lIns="0" rIns="0" tIns="0" bIns="0">
            <a:spAutoFit/>
          </a:bodyPr>
          <a:lstStyle/>
          <a:p>
            <a:pPr algn="l">
              <a:lnSpc>
                <a:spcPct val="100000"/>
              </a:lnSpc>
            </a:pPr>
            <a:r>
              <a:rPr sz="1000" b="1" i="0">
                <a:solidFill>
                  <a:srgbClr val="117788"/>
                </a:solidFill>
                <a:latin typeface="Arial"/>
                <a:ea typeface="Arial"/>
                <a:cs typeface="Arial"/>
              </a:rPr>
              <a:t>MANUFACTURING</a:t>
            </a:r>
          </a:p>
        </p:txBody>
      </p:sp>
      <p:sp>
        <p:nvSpPr>
          <p:cNvPr id="5" name="TextBox 4"/>
          <p:cNvSpPr txBox="1"/>
          <p:nvPr/>
        </p:nvSpPr>
        <p:spPr>
          <a:xfrm>
            <a:off x="4937760" y="1143000"/>
            <a:ext cx="3931920" cy="1463040"/>
          </a:xfrm>
          <a:prstGeom prst="rect">
            <a:avLst/>
          </a:prstGeom>
          <a:noFill/>
        </p:spPr>
        <p:txBody>
          <a:bodyPr wrap="square" anchor="t" lIns="0" rIns="0" tIns="0" bIns="0">
            <a:spAutoFit/>
          </a:bodyPr>
          <a:lstStyle/>
          <a:p>
            <a:pPr algn="l">
              <a:lnSpc>
                <a:spcPct val="95000"/>
              </a:lnSpc>
            </a:pPr>
            <a:r>
              <a:rPr sz="2600" b="1" i="0">
                <a:solidFill>
                  <a:srgbClr val="CC0000"/>
                </a:solidFill>
                <a:latin typeface="Arial"/>
                <a:ea typeface="Arial"/>
                <a:cs typeface="Arial"/>
              </a:rPr>
              <a:t>TI owns the fabs its customers depend on</a:t>
            </a:r>
          </a:p>
        </p:txBody>
      </p:sp>
      <p:sp>
        <p:nvSpPr>
          <p:cNvPr id="6" name="TextBox 5"/>
          <p:cNvSpPr txBox="1"/>
          <p:nvPr/>
        </p:nvSpPr>
        <p:spPr>
          <a:xfrm>
            <a:off x="4937760" y="2697480"/>
            <a:ext cx="3931920" cy="1280160"/>
          </a:xfrm>
          <a:prstGeom prst="rect">
            <a:avLst/>
          </a:prstGeom>
          <a:noFill/>
        </p:spPr>
        <p:txBody>
          <a:bodyPr wrap="square" anchor="t" lIns="0" rIns="0" tIns="0" bIns="0">
            <a:spAutoFit/>
          </a:bodyPr>
          <a:lstStyle/>
          <a:p>
            <a:pPr algn="l">
              <a:lnSpc>
                <a:spcPct val="125000"/>
              </a:lnSpc>
            </a:pPr>
            <a:r>
              <a:rPr sz="1200" b="0" i="0">
                <a:solidFill>
                  <a:srgbClr val="000000"/>
                </a:solidFill>
                <a:latin typeface="Arial"/>
                <a:ea typeface="Arial"/>
                <a:cs typeface="Arial"/>
              </a:rPr>
              <a:t>Fifteen manufacturing sites, including 300-mm wafer fabs in Texas and Utah, mean supply decisions are TI's to make. Thirty words at most.</a:t>
            </a:r>
          </a:p>
        </p:txBody>
      </p:sp>
      <p:sp>
        <p:nvSpPr>
          <p:cNvPr id="7" name="TextBox 6"/>
          <p:cNvSpPr txBox="1"/>
          <p:nvPr/>
        </p:nvSpPr>
        <p:spPr>
          <a:xfrm>
            <a:off x="4937760" y="4023360"/>
            <a:ext cx="3931920" cy="274320"/>
          </a:xfrm>
          <a:prstGeom prst="rect">
            <a:avLst/>
          </a:prstGeom>
          <a:noFill/>
        </p:spPr>
        <p:txBody>
          <a:bodyPr wrap="square" anchor="t" lIns="0" rIns="0" tIns="0" bIns="0">
            <a:spAutoFit/>
          </a:bodyPr>
          <a:lstStyle/>
          <a:p>
            <a:pPr algn="l">
              <a:lnSpc>
                <a:spcPct val="100000"/>
              </a:lnSpc>
            </a:pPr>
            <a:r>
              <a:rPr sz="1100" b="1" i="0">
                <a:solidFill>
                  <a:srgbClr val="117788"/>
                </a:solidFill>
                <a:latin typeface="Arial"/>
                <a:ea typeface="Arial"/>
                <a:cs typeface="Arial"/>
              </a:rPr>
              <a:t>See the footprint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Twelve months, five beats, one measured arc</a:t>
            </a:r>
          </a:p>
        </p:txBody>
      </p:sp>
      <p:cxnSp>
        <p:nvCxnSpPr>
          <p:cNvPr id="3" name="Connector 2"/>
          <p:cNvCxnSpPr/>
          <p:nvPr/>
        </p:nvCxnSpPr>
        <p:spPr>
          <a:xfrm>
            <a:off x="228600" y="2194560"/>
            <a:ext cx="868680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014984" y="2112264"/>
            <a:ext cx="164592" cy="164592"/>
          </a:xfrm>
          <a:prstGeom prst="ellipse">
            <a:avLst/>
          </a:prstGeom>
          <a:solidFill>
            <a:srgbClr val="117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1508760"/>
            <a:ext cx="1737360" cy="274320"/>
          </a:xfrm>
          <a:prstGeom prst="rect">
            <a:avLst/>
          </a:prstGeom>
          <a:noFill/>
        </p:spPr>
        <p:txBody>
          <a:bodyPr wrap="square" anchor="t" lIns="0" rIns="0" tIns="0" bIns="0">
            <a:spAutoFit/>
          </a:bodyPr>
          <a:lstStyle/>
          <a:p>
            <a:pPr algn="ctr">
              <a:lnSpc>
                <a:spcPct val="100000"/>
              </a:lnSpc>
            </a:pPr>
            <a:r>
              <a:rPr sz="1000" b="1" i="0">
                <a:solidFill>
                  <a:srgbClr val="767676"/>
                </a:solidFill>
                <a:latin typeface="Arial"/>
                <a:ea typeface="Arial"/>
                <a:cs typeface="Arial"/>
              </a:rPr>
              <a:t>Q4 2026</a:t>
            </a:r>
          </a:p>
        </p:txBody>
      </p:sp>
      <p:sp>
        <p:nvSpPr>
          <p:cNvPr id="6" name="TextBox 5"/>
          <p:cNvSpPr txBox="1"/>
          <p:nvPr/>
        </p:nvSpPr>
        <p:spPr>
          <a:xfrm>
            <a:off x="228600" y="2468880"/>
            <a:ext cx="1737360" cy="365760"/>
          </a:xfrm>
          <a:prstGeom prst="rect">
            <a:avLst/>
          </a:prstGeom>
          <a:noFill/>
        </p:spPr>
        <p:txBody>
          <a:bodyPr wrap="square" anchor="t" lIns="0" rIns="0" tIns="0" bIns="0">
            <a:spAutoFit/>
          </a:bodyPr>
          <a:lstStyle/>
          <a:p>
            <a:pPr algn="ctr">
              <a:lnSpc>
                <a:spcPct val="100000"/>
              </a:lnSpc>
            </a:pPr>
            <a:r>
              <a:rPr sz="1600" b="1" i="0">
                <a:solidFill>
                  <a:srgbClr val="000000"/>
                </a:solidFill>
                <a:latin typeface="Arial"/>
                <a:ea typeface="Arial"/>
                <a:cs typeface="Arial"/>
              </a:rPr>
              <a:t>Listen</a:t>
            </a:r>
          </a:p>
        </p:txBody>
      </p:sp>
      <p:sp>
        <p:nvSpPr>
          <p:cNvPr id="7" name="TextBox 6"/>
          <p:cNvSpPr txBox="1"/>
          <p:nvPr/>
        </p:nvSpPr>
        <p:spPr>
          <a:xfrm>
            <a:off x="320040" y="2880360"/>
            <a:ext cx="1554480" cy="822960"/>
          </a:xfrm>
          <a:prstGeom prst="rect">
            <a:avLst/>
          </a:prstGeom>
          <a:noFill/>
        </p:spPr>
        <p:txBody>
          <a:bodyPr wrap="square" anchor="t" lIns="0" rIns="0" tIns="0" bIns="0">
            <a:spAutoFit/>
          </a:bodyPr>
          <a:lstStyle/>
          <a:p>
            <a:pPr algn="ctr">
              <a:lnSpc>
                <a:spcPct val="120000"/>
              </a:lnSpc>
            </a:pPr>
            <a:r>
              <a:rPr sz="1100" b="0" i="0">
                <a:solidFill>
                  <a:srgbClr val="333333"/>
                </a:solidFill>
                <a:latin typeface="Arial"/>
                <a:ea typeface="Arial"/>
                <a:cs typeface="Arial"/>
              </a:rPr>
              <a:t>Baseline: GEO audit, media map</a:t>
            </a:r>
          </a:p>
        </p:txBody>
      </p:sp>
      <p:sp>
        <p:nvSpPr>
          <p:cNvPr id="8" name="Oval 7"/>
          <p:cNvSpPr/>
          <p:nvPr/>
        </p:nvSpPr>
        <p:spPr>
          <a:xfrm>
            <a:off x="2752344" y="2112264"/>
            <a:ext cx="164592" cy="164592"/>
          </a:xfrm>
          <a:prstGeom prst="ellipse">
            <a:avLst/>
          </a:prstGeom>
          <a:solidFill>
            <a:srgbClr val="117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965960" y="1508760"/>
            <a:ext cx="1737360" cy="274320"/>
          </a:xfrm>
          <a:prstGeom prst="rect">
            <a:avLst/>
          </a:prstGeom>
          <a:noFill/>
        </p:spPr>
        <p:txBody>
          <a:bodyPr wrap="square" anchor="t" lIns="0" rIns="0" tIns="0" bIns="0">
            <a:spAutoFit/>
          </a:bodyPr>
          <a:lstStyle/>
          <a:p>
            <a:pPr algn="ctr">
              <a:lnSpc>
                <a:spcPct val="100000"/>
              </a:lnSpc>
            </a:pPr>
            <a:r>
              <a:rPr sz="1000" b="1" i="0">
                <a:solidFill>
                  <a:srgbClr val="767676"/>
                </a:solidFill>
                <a:latin typeface="Arial"/>
                <a:ea typeface="Arial"/>
                <a:cs typeface="Arial"/>
              </a:rPr>
              <a:t>Q1 2027</a:t>
            </a:r>
          </a:p>
        </p:txBody>
      </p:sp>
      <p:sp>
        <p:nvSpPr>
          <p:cNvPr id="10" name="TextBox 9"/>
          <p:cNvSpPr txBox="1"/>
          <p:nvPr/>
        </p:nvSpPr>
        <p:spPr>
          <a:xfrm>
            <a:off x="1965960" y="2468880"/>
            <a:ext cx="1737360" cy="365760"/>
          </a:xfrm>
          <a:prstGeom prst="rect">
            <a:avLst/>
          </a:prstGeom>
          <a:noFill/>
        </p:spPr>
        <p:txBody>
          <a:bodyPr wrap="square" anchor="t" lIns="0" rIns="0" tIns="0" bIns="0">
            <a:spAutoFit/>
          </a:bodyPr>
          <a:lstStyle/>
          <a:p>
            <a:pPr algn="ctr">
              <a:lnSpc>
                <a:spcPct val="100000"/>
              </a:lnSpc>
            </a:pPr>
            <a:r>
              <a:rPr sz="1600" b="1" i="0">
                <a:solidFill>
                  <a:srgbClr val="000000"/>
                </a:solidFill>
                <a:latin typeface="Arial"/>
                <a:ea typeface="Arial"/>
                <a:cs typeface="Arial"/>
              </a:rPr>
              <a:t>Launch</a:t>
            </a:r>
          </a:p>
        </p:txBody>
      </p:sp>
      <p:sp>
        <p:nvSpPr>
          <p:cNvPr id="11" name="TextBox 10"/>
          <p:cNvSpPr txBox="1"/>
          <p:nvPr/>
        </p:nvSpPr>
        <p:spPr>
          <a:xfrm>
            <a:off x="2057400" y="2880360"/>
            <a:ext cx="1554480" cy="822960"/>
          </a:xfrm>
          <a:prstGeom prst="rect">
            <a:avLst/>
          </a:prstGeom>
          <a:noFill/>
        </p:spPr>
        <p:txBody>
          <a:bodyPr wrap="square" anchor="t" lIns="0" rIns="0" tIns="0" bIns="0">
            <a:spAutoFit/>
          </a:bodyPr>
          <a:lstStyle/>
          <a:p>
            <a:pPr algn="ctr">
              <a:lnSpc>
                <a:spcPct val="120000"/>
              </a:lnSpc>
            </a:pPr>
            <a:r>
              <a:rPr sz="1100" b="0" i="0">
                <a:solidFill>
                  <a:srgbClr val="333333"/>
                </a:solidFill>
                <a:latin typeface="Arial"/>
                <a:ea typeface="Arial"/>
                <a:cs typeface="Arial"/>
              </a:rPr>
              <a:t>Fab story + employer platform</a:t>
            </a:r>
          </a:p>
        </p:txBody>
      </p:sp>
      <p:sp>
        <p:nvSpPr>
          <p:cNvPr id="12" name="Oval 11"/>
          <p:cNvSpPr/>
          <p:nvPr/>
        </p:nvSpPr>
        <p:spPr>
          <a:xfrm>
            <a:off x="4489704" y="2112264"/>
            <a:ext cx="164592" cy="164592"/>
          </a:xfrm>
          <a:prstGeom prst="ellipse">
            <a:avLst/>
          </a:prstGeom>
          <a:solidFill>
            <a:srgbClr val="117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03320" y="1508760"/>
            <a:ext cx="1737360" cy="274320"/>
          </a:xfrm>
          <a:prstGeom prst="rect">
            <a:avLst/>
          </a:prstGeom>
          <a:noFill/>
        </p:spPr>
        <p:txBody>
          <a:bodyPr wrap="square" anchor="t" lIns="0" rIns="0" tIns="0" bIns="0">
            <a:spAutoFit/>
          </a:bodyPr>
          <a:lstStyle/>
          <a:p>
            <a:pPr algn="ctr">
              <a:lnSpc>
                <a:spcPct val="100000"/>
              </a:lnSpc>
            </a:pPr>
            <a:r>
              <a:rPr sz="1000" b="1" i="0">
                <a:solidFill>
                  <a:srgbClr val="767676"/>
                </a:solidFill>
                <a:latin typeface="Arial"/>
                <a:ea typeface="Arial"/>
                <a:cs typeface="Arial"/>
              </a:rPr>
              <a:t>Q2 2027</a:t>
            </a:r>
          </a:p>
        </p:txBody>
      </p:sp>
      <p:sp>
        <p:nvSpPr>
          <p:cNvPr id="14" name="TextBox 13"/>
          <p:cNvSpPr txBox="1"/>
          <p:nvPr/>
        </p:nvSpPr>
        <p:spPr>
          <a:xfrm>
            <a:off x="3703320" y="2468880"/>
            <a:ext cx="1737360" cy="365760"/>
          </a:xfrm>
          <a:prstGeom prst="rect">
            <a:avLst/>
          </a:prstGeom>
          <a:noFill/>
        </p:spPr>
        <p:txBody>
          <a:bodyPr wrap="square" anchor="t" lIns="0" rIns="0" tIns="0" bIns="0">
            <a:spAutoFit/>
          </a:bodyPr>
          <a:lstStyle/>
          <a:p>
            <a:pPr algn="ctr">
              <a:lnSpc>
                <a:spcPct val="100000"/>
              </a:lnSpc>
            </a:pPr>
            <a:r>
              <a:rPr sz="1600" b="1" i="0">
                <a:solidFill>
                  <a:srgbClr val="000000"/>
                </a:solidFill>
                <a:latin typeface="Arial"/>
                <a:ea typeface="Arial"/>
                <a:cs typeface="Arial"/>
              </a:rPr>
              <a:t>Build</a:t>
            </a:r>
          </a:p>
        </p:txBody>
      </p:sp>
      <p:sp>
        <p:nvSpPr>
          <p:cNvPr id="15" name="TextBox 14"/>
          <p:cNvSpPr txBox="1"/>
          <p:nvPr/>
        </p:nvSpPr>
        <p:spPr>
          <a:xfrm>
            <a:off x="3794760" y="2880360"/>
            <a:ext cx="1554480" cy="822960"/>
          </a:xfrm>
          <a:prstGeom prst="rect">
            <a:avLst/>
          </a:prstGeom>
          <a:noFill/>
        </p:spPr>
        <p:txBody>
          <a:bodyPr wrap="square" anchor="t" lIns="0" rIns="0" tIns="0" bIns="0">
            <a:spAutoFit/>
          </a:bodyPr>
          <a:lstStyle/>
          <a:p>
            <a:pPr algn="ctr">
              <a:lnSpc>
                <a:spcPct val="120000"/>
              </a:lnSpc>
            </a:pPr>
            <a:r>
              <a:rPr sz="1100" b="0" i="0">
                <a:solidFill>
                  <a:srgbClr val="333333"/>
                </a:solidFill>
                <a:latin typeface="Arial"/>
                <a:ea typeface="Arial"/>
                <a:cs typeface="Arial"/>
              </a:rPr>
              <a:t>Engineer content engine</a:t>
            </a:r>
          </a:p>
        </p:txBody>
      </p:sp>
      <p:sp>
        <p:nvSpPr>
          <p:cNvPr id="16" name="Oval 15"/>
          <p:cNvSpPr/>
          <p:nvPr/>
        </p:nvSpPr>
        <p:spPr>
          <a:xfrm>
            <a:off x="6227064" y="2112264"/>
            <a:ext cx="164592" cy="164592"/>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40680" y="1508760"/>
            <a:ext cx="1737360" cy="274320"/>
          </a:xfrm>
          <a:prstGeom prst="rect">
            <a:avLst/>
          </a:prstGeom>
          <a:noFill/>
        </p:spPr>
        <p:txBody>
          <a:bodyPr wrap="square" anchor="t" lIns="0" rIns="0" tIns="0" bIns="0">
            <a:spAutoFit/>
          </a:bodyPr>
          <a:lstStyle/>
          <a:p>
            <a:pPr algn="ctr">
              <a:lnSpc>
                <a:spcPct val="100000"/>
              </a:lnSpc>
            </a:pPr>
            <a:r>
              <a:rPr sz="1000" b="1" i="0">
                <a:solidFill>
                  <a:srgbClr val="767676"/>
                </a:solidFill>
                <a:latin typeface="Arial"/>
                <a:ea typeface="Arial"/>
                <a:cs typeface="Arial"/>
              </a:rPr>
              <a:t>Q3 2027</a:t>
            </a:r>
          </a:p>
        </p:txBody>
      </p:sp>
      <p:sp>
        <p:nvSpPr>
          <p:cNvPr id="18" name="TextBox 17"/>
          <p:cNvSpPr txBox="1"/>
          <p:nvPr/>
        </p:nvSpPr>
        <p:spPr>
          <a:xfrm>
            <a:off x="5440680" y="2468880"/>
            <a:ext cx="1737360" cy="365760"/>
          </a:xfrm>
          <a:prstGeom prst="rect">
            <a:avLst/>
          </a:prstGeom>
          <a:noFill/>
        </p:spPr>
        <p:txBody>
          <a:bodyPr wrap="square" anchor="t" lIns="0" rIns="0" tIns="0" bIns="0">
            <a:spAutoFit/>
          </a:bodyPr>
          <a:lstStyle/>
          <a:p>
            <a:pPr algn="ctr">
              <a:lnSpc>
                <a:spcPct val="100000"/>
              </a:lnSpc>
            </a:pPr>
            <a:r>
              <a:rPr sz="1600" b="1" i="0">
                <a:solidFill>
                  <a:srgbClr val="000000"/>
                </a:solidFill>
                <a:latin typeface="Arial"/>
                <a:ea typeface="Arial"/>
                <a:cs typeface="Arial"/>
              </a:rPr>
              <a:t>Prove</a:t>
            </a:r>
          </a:p>
        </p:txBody>
      </p:sp>
      <p:sp>
        <p:nvSpPr>
          <p:cNvPr id="19" name="TextBox 18"/>
          <p:cNvSpPr txBox="1"/>
          <p:nvPr/>
        </p:nvSpPr>
        <p:spPr>
          <a:xfrm>
            <a:off x="5532120" y="2880360"/>
            <a:ext cx="1554480" cy="822960"/>
          </a:xfrm>
          <a:prstGeom prst="rect">
            <a:avLst/>
          </a:prstGeom>
          <a:noFill/>
        </p:spPr>
        <p:txBody>
          <a:bodyPr wrap="square" anchor="t" lIns="0" rIns="0" tIns="0" bIns="0">
            <a:spAutoFit/>
          </a:bodyPr>
          <a:lstStyle/>
          <a:p>
            <a:pPr algn="ctr">
              <a:lnSpc>
                <a:spcPct val="120000"/>
              </a:lnSpc>
            </a:pPr>
            <a:r>
              <a:rPr sz="1100" b="0" i="0">
                <a:solidFill>
                  <a:srgbClr val="333333"/>
                </a:solidFill>
                <a:latin typeface="Arial"/>
                <a:ea typeface="Arial"/>
                <a:cs typeface="Arial"/>
              </a:rPr>
              <a:t>Mid-year GEO re-read</a:t>
            </a:r>
          </a:p>
        </p:txBody>
      </p:sp>
      <p:sp>
        <p:nvSpPr>
          <p:cNvPr id="20" name="Oval 19"/>
          <p:cNvSpPr/>
          <p:nvPr/>
        </p:nvSpPr>
        <p:spPr>
          <a:xfrm>
            <a:off x="7964424" y="2112264"/>
            <a:ext cx="164592" cy="164592"/>
          </a:xfrm>
          <a:prstGeom prst="ellipse">
            <a:avLst/>
          </a:prstGeom>
          <a:solidFill>
            <a:srgbClr val="117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78040" y="1508760"/>
            <a:ext cx="1737360" cy="274320"/>
          </a:xfrm>
          <a:prstGeom prst="rect">
            <a:avLst/>
          </a:prstGeom>
          <a:noFill/>
        </p:spPr>
        <p:txBody>
          <a:bodyPr wrap="square" anchor="t" lIns="0" rIns="0" tIns="0" bIns="0">
            <a:spAutoFit/>
          </a:bodyPr>
          <a:lstStyle/>
          <a:p>
            <a:pPr algn="ctr">
              <a:lnSpc>
                <a:spcPct val="100000"/>
              </a:lnSpc>
            </a:pPr>
            <a:r>
              <a:rPr sz="1000" b="1" i="0">
                <a:solidFill>
                  <a:srgbClr val="767676"/>
                </a:solidFill>
                <a:latin typeface="Arial"/>
                <a:ea typeface="Arial"/>
                <a:cs typeface="Arial"/>
              </a:rPr>
              <a:t>Q4 2027</a:t>
            </a:r>
          </a:p>
        </p:txBody>
      </p:sp>
      <p:sp>
        <p:nvSpPr>
          <p:cNvPr id="22" name="TextBox 21"/>
          <p:cNvSpPr txBox="1"/>
          <p:nvPr/>
        </p:nvSpPr>
        <p:spPr>
          <a:xfrm>
            <a:off x="7178040" y="2468880"/>
            <a:ext cx="1737360" cy="365760"/>
          </a:xfrm>
          <a:prstGeom prst="rect">
            <a:avLst/>
          </a:prstGeom>
          <a:noFill/>
        </p:spPr>
        <p:txBody>
          <a:bodyPr wrap="square" anchor="t" lIns="0" rIns="0" tIns="0" bIns="0">
            <a:spAutoFit/>
          </a:bodyPr>
          <a:lstStyle/>
          <a:p>
            <a:pPr algn="ctr">
              <a:lnSpc>
                <a:spcPct val="100000"/>
              </a:lnSpc>
            </a:pPr>
            <a:r>
              <a:rPr sz="1600" b="1" i="0">
                <a:solidFill>
                  <a:srgbClr val="000000"/>
                </a:solidFill>
                <a:latin typeface="Arial"/>
                <a:ea typeface="Arial"/>
                <a:cs typeface="Arial"/>
              </a:rPr>
              <a:t>Scale</a:t>
            </a:r>
          </a:p>
        </p:txBody>
      </p:sp>
      <p:sp>
        <p:nvSpPr>
          <p:cNvPr id="23" name="TextBox 22"/>
          <p:cNvSpPr txBox="1"/>
          <p:nvPr/>
        </p:nvSpPr>
        <p:spPr>
          <a:xfrm>
            <a:off x="7269480" y="2880360"/>
            <a:ext cx="1554480" cy="822960"/>
          </a:xfrm>
          <a:prstGeom prst="rect">
            <a:avLst/>
          </a:prstGeom>
          <a:noFill/>
        </p:spPr>
        <p:txBody>
          <a:bodyPr wrap="square" anchor="t" lIns="0" rIns="0" tIns="0" bIns="0">
            <a:spAutoFit/>
          </a:bodyPr>
          <a:lstStyle/>
          <a:p>
            <a:pPr algn="ctr">
              <a:lnSpc>
                <a:spcPct val="120000"/>
              </a:lnSpc>
            </a:pPr>
            <a:r>
              <a:rPr sz="1100" b="0" i="0">
                <a:solidFill>
                  <a:srgbClr val="333333"/>
                </a:solidFill>
                <a:latin typeface="Arial"/>
                <a:ea typeface="Arial"/>
                <a:cs typeface="Arial"/>
              </a:rPr>
              <a:t>Regional roll-out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CC0000"/>
                </a:solidFill>
                <a:latin typeface="Arial"/>
                <a:ea typeface="Arial"/>
                <a:cs typeface="Arial"/>
              </a:rPr>
              <a:t>Scope: what ships, where, how often</a:t>
            </a:r>
          </a:p>
        </p:txBody>
      </p:sp>
      <p:graphicFrame>
        <p:nvGraphicFramePr>
          <p:cNvPr id="3" name="Table 2"/>
          <p:cNvGraphicFramePr>
            <a:graphicFrameLocks noGrp="1"/>
          </p:cNvGraphicFramePr>
          <p:nvPr/>
        </p:nvGraphicFramePr>
        <p:xfrm>
          <a:off x="228600" y="822960"/>
          <a:ext cx="8686800" cy="3072384"/>
        </p:xfrm>
        <a:graphic>
          <a:graphicData uri="http://schemas.openxmlformats.org/drawingml/2006/table">
            <a:tbl>
              <a:tblPr firstRow="0" bandRow="0">
                <a:tableStyleId>{5C22544A-7EE6-4342-B048-85BDC9FD1C3A}</a:tableStyleId>
              </a:tblPr>
              <a:tblGrid>
                <a:gridCol w="3931920"/>
                <a:gridCol w="1600200"/>
                <a:gridCol w="1600200"/>
                <a:gridCol w="1554480"/>
              </a:tblGrid>
              <a:tr h="512064">
                <a:tc>
                  <a:txBody>
                    <a:bodyPr/>
                    <a:lstStyle/>
                    <a:p>
                      <a:r>
                        <a:rPr sz="1100" b="1" i="0">
                          <a:solidFill>
                            <a:srgbClr val="333333"/>
                          </a:solidFill>
                          <a:latin typeface="Arial"/>
                          <a:ea typeface="Arial"/>
                          <a:cs typeface="Arial"/>
                        </a:rPr>
                        <a:t>Deliverable</a:t>
                      </a:r>
                    </a:p>
                  </a:txBody>
                  <a:tcPr marL="109728" marR="109728" marT="109728" marB="109728">
                    <a:solidFill>
                      <a:srgbClr val="F7F7F7"/>
                    </a:solidFill>
                  </a:tcPr>
                </a:tc>
                <a:tc>
                  <a:txBody>
                    <a:bodyPr/>
                    <a:lstStyle/>
                    <a:p>
                      <a:pPr algn="ctr"/>
                      <a:r>
                        <a:rPr sz="1100" b="1" i="0">
                          <a:solidFill>
                            <a:srgbClr val="333333"/>
                          </a:solidFill>
                          <a:latin typeface="Arial"/>
                          <a:ea typeface="Arial"/>
                          <a:cs typeface="Arial"/>
                        </a:rPr>
                        <a:t>Taiwan</a:t>
                      </a:r>
                    </a:p>
                  </a:txBody>
                  <a:tcPr marL="109728" marR="109728" marT="109728" marB="109728">
                    <a:solidFill>
                      <a:srgbClr val="F7F7F7"/>
                    </a:solidFill>
                  </a:tcPr>
                </a:tc>
                <a:tc>
                  <a:txBody>
                    <a:bodyPr/>
                    <a:lstStyle/>
                    <a:p>
                      <a:pPr algn="ctr"/>
                      <a:r>
                        <a:rPr sz="1100" b="1" i="0">
                          <a:solidFill>
                            <a:srgbClr val="333333"/>
                          </a:solidFill>
                          <a:latin typeface="Arial"/>
                          <a:ea typeface="Arial"/>
                          <a:cs typeface="Arial"/>
                        </a:rPr>
                        <a:t>Regional</a:t>
                      </a:r>
                    </a:p>
                  </a:txBody>
                  <a:tcPr marL="109728" marR="109728" marT="109728" marB="109728">
                    <a:solidFill>
                      <a:srgbClr val="F7F7F7"/>
                    </a:solidFill>
                  </a:tcPr>
                </a:tc>
                <a:tc>
                  <a:txBody>
                    <a:bodyPr/>
                    <a:lstStyle/>
                    <a:p>
                      <a:pPr algn="ctr"/>
                      <a:r>
                        <a:rPr sz="1100" b="1" i="0">
                          <a:solidFill>
                            <a:srgbClr val="333333"/>
                          </a:solidFill>
                          <a:latin typeface="Arial"/>
                          <a:ea typeface="Arial"/>
                          <a:cs typeface="Arial"/>
                        </a:rPr>
                        <a:t>Cadence</a:t>
                      </a:r>
                    </a:p>
                  </a:txBody>
                  <a:tcPr marL="109728" marR="109728" marT="109728" marB="109728">
                    <a:solidFill>
                      <a:srgbClr val="F7F7F7"/>
                    </a:solidFill>
                  </a:tcPr>
                </a:tc>
              </a:tr>
              <a:tr h="512064">
                <a:tc>
                  <a:txBody>
                    <a:bodyPr/>
                    <a:lstStyle/>
                    <a:p>
                      <a:r>
                        <a:rPr sz="1100" b="0" i="0">
                          <a:solidFill>
                            <a:srgbClr val="000000"/>
                          </a:solidFill>
                          <a:latin typeface="Arial"/>
                          <a:ea typeface="Arial"/>
                          <a:cs typeface="Arial"/>
                        </a:rPr>
                        <a:t>Engineer content (TC + EN)</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4 / month</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2 / month</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Monthly</a:t>
                      </a:r>
                    </a:p>
                  </a:txBody>
                  <a:tcPr marL="109728" marR="109728" marT="109728" marB="109728">
                    <a:solidFill>
                      <a:srgbClr val="FFFFFF"/>
                    </a:solidFill>
                  </a:tcPr>
                </a:tc>
              </a:tr>
              <a:tr h="512064">
                <a:tc>
                  <a:txBody>
                    <a:bodyPr/>
                    <a:lstStyle/>
                    <a:p>
                      <a:r>
                        <a:rPr sz="1100" b="0" i="0">
                          <a:solidFill>
                            <a:srgbClr val="000000"/>
                          </a:solidFill>
                          <a:latin typeface="Arial"/>
                          <a:ea typeface="Arial"/>
                          <a:cs typeface="Arial"/>
                        </a:rPr>
                        <a:t>Executive and site stories</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1 / quarter</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1 / quarter</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Quarterly</a:t>
                      </a:r>
                    </a:p>
                  </a:txBody>
                  <a:tcPr marL="109728" marR="109728" marT="109728" marB="109728">
                    <a:solidFill>
                      <a:srgbClr val="FFFFFF"/>
                    </a:solidFill>
                  </a:tcPr>
                </a:tc>
              </a:tr>
              <a:tr h="512064">
                <a:tc>
                  <a:txBody>
                    <a:bodyPr/>
                    <a:lstStyle/>
                    <a:p>
                      <a:r>
                        <a:rPr sz="1100" b="0" i="0">
                          <a:solidFill>
                            <a:srgbClr val="000000"/>
                          </a:solidFill>
                          <a:latin typeface="Arial"/>
                          <a:ea typeface="Arial"/>
                          <a:cs typeface="Arial"/>
                        </a:rPr>
                        <a:t>Employer-brand moments</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2 / year</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H1, H2</a:t>
                      </a:r>
                    </a:p>
                  </a:txBody>
                  <a:tcPr marL="109728" marR="109728" marT="109728" marB="109728">
                    <a:solidFill>
                      <a:srgbClr val="FFFFFF"/>
                    </a:solidFill>
                  </a:tcPr>
                </a:tc>
              </a:tr>
              <a:tr h="512064">
                <a:tc>
                  <a:txBody>
                    <a:bodyPr/>
                    <a:lstStyle/>
                    <a:p>
                      <a:r>
                        <a:rPr sz="1100" b="0" i="0">
                          <a:solidFill>
                            <a:srgbClr val="000000"/>
                          </a:solidFill>
                          <a:latin typeface="Arial"/>
                          <a:ea typeface="Arial"/>
                          <a:cs typeface="Arial"/>
                        </a:rPr>
                        <a:t>GEO audit and re-read</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Q4, Q3</a:t>
                      </a:r>
                    </a:p>
                  </a:txBody>
                  <a:tcPr marL="109728" marR="109728" marT="109728" marB="109728">
                    <a:solidFill>
                      <a:srgbClr val="FFFFFF"/>
                    </a:solidFill>
                  </a:tcPr>
                </a:tc>
              </a:tr>
              <a:tr h="512064">
                <a:tc>
                  <a:txBody>
                    <a:bodyPr/>
                    <a:lstStyle/>
                    <a:p>
                      <a:r>
                        <a:rPr sz="1100" b="0" i="0">
                          <a:solidFill>
                            <a:srgbClr val="000000"/>
                          </a:solidFill>
                          <a:latin typeface="Arial"/>
                          <a:ea typeface="Arial"/>
                          <a:cs typeface="Arial"/>
                        </a:rPr>
                        <a:t>Media and analyst briefings</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6 / year</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4 / year</a:t>
                      </a:r>
                    </a:p>
                  </a:txBody>
                  <a:tcPr marL="109728" marR="109728" marT="109728" marB="109728">
                    <a:solidFill>
                      <a:srgbClr val="FFFFFF"/>
                    </a:solidFill>
                  </a:tcPr>
                </a:tc>
                <a:tc>
                  <a:txBody>
                    <a:bodyPr/>
                    <a:lstStyle/>
                    <a:p>
                      <a:pPr algn="ctr"/>
                      <a:r>
                        <a:rPr sz="1100" b="0" i="0">
                          <a:solidFill>
                            <a:srgbClr val="000000"/>
                          </a:solidFill>
                          <a:latin typeface="Arial"/>
                          <a:ea typeface="Arial"/>
                          <a:cs typeface="Arial"/>
                        </a:rPr>
                        <a:t>Rolling</a:t>
                      </a:r>
                    </a:p>
                  </a:txBody>
                  <a:tcPr marL="109728" marR="109728" marT="109728" marB="109728">
                    <a:solidFill>
                      <a:srgbClr val="FFFFFF"/>
                    </a:solidFill>
                  </a:tcPr>
                </a:tc>
              </a:tr>
            </a:tbl>
          </a:graphicData>
        </a:graphic>
      </p:graphicFrame>
      <p:sp>
        <p:nvSpPr>
          <p:cNvPr id="4" name="TextBox 3"/>
          <p:cNvSpPr txBox="1"/>
          <p:nvPr/>
        </p:nvSpPr>
        <p:spPr>
          <a:xfrm>
            <a:off x="228600" y="4206240"/>
            <a:ext cx="8686800" cy="228600"/>
          </a:xfrm>
          <a:prstGeom prst="rect">
            <a:avLst/>
          </a:prstGeom>
          <a:noFill/>
        </p:spPr>
        <p:txBody>
          <a:bodyPr wrap="square" anchor="t" lIns="0" rIns="0" tIns="0" bIns="0">
            <a:spAutoFit/>
          </a:bodyPr>
          <a:lstStyle/>
          <a:p>
            <a:pPr algn="l">
              <a:lnSpc>
                <a:spcPct val="100000"/>
              </a:lnSpc>
            </a:pPr>
            <a:r>
              <a:rPr sz="900" b="0" i="0">
                <a:solidFill>
                  <a:srgbClr val="808080"/>
                </a:solidFill>
                <a:latin typeface="Arial"/>
                <a:ea typeface="Arial"/>
                <a:cs typeface="Arial"/>
              </a:rPr>
              <a:t>The one place dense text is correct. Cap at one or two table slides per deck.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17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11480" y="822960"/>
            <a:ext cx="914400" cy="1097280"/>
          </a:xfrm>
          <a:prstGeom prst="rect">
            <a:avLst/>
          </a:prstGeom>
          <a:noFill/>
        </p:spPr>
        <p:txBody>
          <a:bodyPr wrap="square" anchor="t" lIns="0" rIns="0" tIns="0" bIns="0">
            <a:spAutoFit/>
          </a:bodyPr>
          <a:lstStyle/>
          <a:p>
            <a:pPr algn="l">
              <a:lnSpc>
                <a:spcPct val="100000"/>
              </a:lnSpc>
            </a:pPr>
            <a:r>
              <a:rPr sz="9600" b="1" i="0">
                <a:solidFill>
                  <a:srgbClr val="4ABED4"/>
                </a:solidFill>
                <a:latin typeface="Arial"/>
                <a:ea typeface="Arial"/>
                <a:cs typeface="Arial"/>
              </a:rPr>
              <a:t>“</a:t>
            </a:r>
          </a:p>
        </p:txBody>
      </p:sp>
      <p:sp>
        <p:nvSpPr>
          <p:cNvPr id="4" name="TextBox 3"/>
          <p:cNvSpPr txBox="1"/>
          <p:nvPr/>
        </p:nvSpPr>
        <p:spPr>
          <a:xfrm>
            <a:off x="411480" y="1554480"/>
            <a:ext cx="7772400" cy="1828800"/>
          </a:xfrm>
          <a:prstGeom prst="rect">
            <a:avLst/>
          </a:prstGeom>
          <a:noFill/>
        </p:spPr>
        <p:txBody>
          <a:bodyPr wrap="square" anchor="t" lIns="0" rIns="0" tIns="0" bIns="0">
            <a:spAutoFit/>
          </a:bodyPr>
          <a:lstStyle/>
          <a:p>
            <a:pPr algn="l">
              <a:lnSpc>
                <a:spcPct val="105000"/>
              </a:lnSpc>
            </a:pPr>
            <a:r>
              <a:rPr sz="2800" b="1" i="0">
                <a:solidFill>
                  <a:srgbClr val="FFFFFF"/>
                </a:solidFill>
                <a:latin typeface="Arial"/>
                <a:ea typeface="Arial"/>
                <a:cs typeface="Arial"/>
              </a:rPr>
              <a:t>We stopped asking whether the part would ship and started asking what else TI could do for the board.</a:t>
            </a:r>
          </a:p>
        </p:txBody>
      </p:sp>
      <p:sp>
        <p:nvSpPr>
          <p:cNvPr id="5" name="TextBox 4"/>
          <p:cNvSpPr txBox="1"/>
          <p:nvPr/>
        </p:nvSpPr>
        <p:spPr>
          <a:xfrm>
            <a:off x="411480" y="3566160"/>
            <a:ext cx="7315200" cy="457200"/>
          </a:xfrm>
          <a:prstGeom prst="rect">
            <a:avLst/>
          </a:prstGeom>
          <a:noFill/>
        </p:spPr>
        <p:txBody>
          <a:bodyPr wrap="square" anchor="t" lIns="0" rIns="0" tIns="0" bIns="0">
            <a:spAutoFit/>
          </a:bodyPr>
          <a:lstStyle/>
          <a:p>
            <a:pPr algn="l">
              <a:lnSpc>
                <a:spcPct val="100000"/>
              </a:lnSpc>
            </a:pPr>
            <a:r>
              <a:rPr sz="1200" b="1" i="0">
                <a:solidFill>
                  <a:srgbClr val="FFFFFF"/>
                </a:solidFill>
                <a:latin typeface="Arial"/>
                <a:ea typeface="Arial"/>
                <a:cs typeface="Arial"/>
              </a:rPr>
              <a:t>Design lead, Taiwanese power-supply maker</a:t>
            </a:r>
            <a:r>
              <a:rPr sz="1200" b="0" i="0">
                <a:solidFill>
                  <a:srgbClr val="4ABED4"/>
                </a:solidFill>
                <a:latin typeface="Arial"/>
                <a:ea typeface="Arial"/>
                <a:cs typeface="Arial"/>
              </a:rPr>
              <a:t>  ·  [REAL DATA · verbatim quote · client to supply]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228600" y="1645920"/>
            <a:ext cx="6858000" cy="914400"/>
          </a:xfrm>
        </p:spPr>
        <p:txBody>
          <a:bodyPr/>
          <a:lstStyle/>
          <a:p>
            <a:pPr algn="l"/>
            <a:r>
              <a:rPr sz="3000" b="1" i="0">
                <a:solidFill>
                  <a:srgbClr val="CC0000"/>
                </a:solidFill>
                <a:latin typeface="Arial"/>
                <a:ea typeface="Arial"/>
                <a:cs typeface="Arial"/>
              </a:rPr>
              <a:t>Let's make TI a name in Taiwan.</a:t>
            </a:r>
          </a:p>
        </p:txBody>
      </p:sp>
      <p:sp>
        <p:nvSpPr>
          <p:cNvPr id="3" name="Subtitle 2"/>
          <p:cNvSpPr>
            <a:spLocks noGrp="1"/>
          </p:cNvSpPr>
          <p:nvPr>
            <p:ph type="subTitle" idx="1"/>
          </p:nvPr>
        </p:nvSpPr>
        <p:spPr>
          <a:xfrm>
            <a:off x="228600" y="2743200"/>
            <a:ext cx="6858000" cy="457200"/>
          </a:xfrm>
        </p:spPr>
        <p:txBody>
          <a:bodyPr/>
          <a:lstStyle/>
          <a:p>
            <a:pPr algn="l"/>
            <a:r>
              <a:rPr sz="1400" b="0" i="0">
                <a:solidFill>
                  <a:srgbClr val="000000"/>
                </a:solidFill>
                <a:latin typeface="Arial"/>
                <a:ea typeface="Arial"/>
                <a:cs typeface="Arial"/>
              </a:rPr>
              <a:t>Nicolas Chan · The Hoffman Agency · nchan@hoffman.com</a:t>
            </a:r>
          </a:p>
        </p:txBody>
      </p:sp>
    </p:spTree>
  </p:cSld>
  <p:clrMapOvr>
    <a:masterClrMapping/>
  </p:clrMapOvr>
</p:sld>
</file>

<file path=ppt/theme/theme1.xml><?xml version="1.0" encoding="utf-8"?>
<a:theme xmlns:a="http://schemas.openxmlformats.org/drawingml/2006/main" name="Texas Instruments">
  <a:themeElements>
    <a:clrScheme name="Texas Instruments">
      <a:dk1>
        <a:srgbClr val="000000"/>
      </a:dk1>
      <a:lt1>
        <a:srgbClr val="FFFFFF"/>
      </a:lt1>
      <a:dk2>
        <a:srgbClr val="CC0000"/>
      </a:dk2>
      <a:lt2>
        <a:srgbClr val="808080"/>
      </a:lt2>
      <a:accent1>
        <a:srgbClr val="CC0000"/>
      </a:accent1>
      <a:accent2>
        <a:srgbClr val="A4A4A4"/>
      </a:accent2>
      <a:accent3>
        <a:srgbClr val="117788"/>
      </a:accent3>
      <a:accent4>
        <a:srgbClr val="404040"/>
      </a:accent4>
      <a:accent5>
        <a:srgbClr val="4ABED4"/>
      </a:accent5>
      <a:accent6>
        <a:srgbClr val="7F7F7F"/>
      </a:accent6>
      <a:hlink>
        <a:srgbClr val="CC0000"/>
      </a:hlink>
      <a:folHlink>
        <a:srgbClr val="AAAAAA"/>
      </a:folHlink>
    </a:clrScheme>
    <a:fontScheme name="Texas Instruments ·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spPr>
      <a:bodyPr rtlCol="0" anchor="ctr"/>
      <a:lstStyle>
        <a:defPPr algn="ctr">
          <a:defRPr sz="1200" dirty="0">
            <a:solidFill>
              <a:schemeClr val="bg1"/>
            </a:solidFill>
          </a:defRPr>
        </a:defPPr>
      </a:lstStyle>
      <a:style>
        <a:lnRef idx="0">
          <a:schemeClr val="accent3"/>
        </a:lnRef>
        <a:fillRef idx="0">
          <a:schemeClr val="accent3"/>
        </a:fillRef>
        <a:effectRef idx="0">
          <a:schemeClr val="accent3"/>
        </a:effectRef>
        <a:fontRef idx="minor">
          <a:schemeClr val="bg1"/>
        </a:fontRef>
      </a:style>
    </a:spDef>
    <a:lnDef>
      <a:spPr>
        <a:ln w="19050">
          <a:solidFill>
            <a:schemeClr val="accent3"/>
          </a:solidFill>
        </a:ln>
      </a:spPr>
      <a:bodyPr/>
      <a:lstStyle/>
      <a:style>
        <a:lnRef idx="1">
          <a:schemeClr val="accent3"/>
        </a:lnRef>
        <a:fillRef idx="0">
          <a:schemeClr val="accent3"/>
        </a:fillRef>
        <a:effectRef idx="0">
          <a:schemeClr val="accent3"/>
        </a:effectRef>
        <a:fontRef idx="minor">
          <a:schemeClr val="tx1"/>
        </a:fontRef>
      </a:style>
    </a:lnDef>
    <a:txDef>
      <a:spPr>
        <a:noFill/>
      </a:spPr>
      <a:bodyPr wrap="square" rtlCol="0">
        <a:spAutoFit/>
      </a:bodyPr>
      <a:lstStyle>
        <a:defPPr>
          <a:defRPr sz="1200" dirty="0"/>
        </a:defPPr>
      </a:lstStyle>
    </a:txDef>
  </a:objectDefaults>
  <a:extraClrSchemeLst>
    <a:extraClrScheme>
      <a:clrScheme name="FinalPowerpoint 1">
        <a:dk1>
          <a:srgbClr val="000000"/>
        </a:dk1>
        <a:lt1>
          <a:srgbClr val="FFFFFF"/>
        </a:lt1>
        <a:dk2>
          <a:srgbClr val="CC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CC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CC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CC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CC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custClrLst>
    <a:custClr name="TI red · title, rule, one hero">
      <a:srgbClr val="CC0000"/>
    </a:custClr>
    <a:custClr name="Teal · icons, lead-ins">
      <a:srgbClr val="117788"/>
    </a:custClr>
    <a:custClr name="Teal 500 · chart">
      <a:srgbClr val="2790A5"/>
    </a:custClr>
    <a:custClr name="Teal 400 · chart">
      <a:srgbClr val="32B4CE"/>
    </a:custClr>
    <a:custClr name="Teal 300 · callout fill">
      <a:srgbClr val="4ABED4"/>
    </a:custClr>
    <a:custClr name="Grey dark · secondary text">
      <a:srgbClr val="404040"/>
    </a:custClr>
    <a:custClr name="Grey mid">
      <a:srgbClr val="7F7F7F"/>
    </a:custClr>
    <a:custClr name="Grey light · chart">
      <a:srgbClr val="A4A4A4"/>
    </a:custClr>
    <a:custClr name="Hairline">
      <a:srgbClr val="CCCCCC"/>
    </a:custClr>
    <a:custClr name="Panel · grey 100">
      <a:srgbClr val="F7F7F7"/>
    </a:custClr>
  </a:custClr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c99ec8c8-0749-4c25-8d1b-19177addcec6" xsi:nil="true"/>
    <_ip_UnifiedCompliancePolicyProperties xmlns="http://schemas.microsoft.com/sharepoint/v3" xsi:nil="true"/>
    <lcf76f155ced4ddcb4097134ff3c332f xmlns="f5211d55-b80d-4fd8-acf9-4802613733a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AE949A3CE53BD43B4E3FFFD6D106F6E" ma:contentTypeVersion="14" ma:contentTypeDescription="Create a new document." ma:contentTypeScope="" ma:versionID="b7997e5f1ba5c2ce73caf59917a7b183">
  <xsd:schema xmlns:xsd="http://www.w3.org/2001/XMLSchema" xmlns:xs="http://www.w3.org/2001/XMLSchema" xmlns:p="http://schemas.microsoft.com/office/2006/metadata/properties" xmlns:ns1="http://schemas.microsoft.com/sharepoint/v3" xmlns:ns2="f5211d55-b80d-4fd8-acf9-4802613733a8" xmlns:ns3="c99ec8c8-0749-4c25-8d1b-19177addcec6" targetNamespace="http://schemas.microsoft.com/office/2006/metadata/properties" ma:root="true" ma:fieldsID="e43286bab792195673566e81635c86b9" ns1:_="" ns2:_="" ns3:_="">
    <xsd:import namespace="http://schemas.microsoft.com/sharepoint/v3"/>
    <xsd:import namespace="f5211d55-b80d-4fd8-acf9-4802613733a8"/>
    <xsd:import namespace="c99ec8c8-0749-4c25-8d1b-19177addce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5211d55-b80d-4fd8-acf9-4802613733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ce51eb8-5bae-44a1-aa60-83d32972459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9ec8c8-0749-4c25-8d1b-19177addcec6"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df43f29f-1494-43c9-8a92-166efb1ceef8}" ma:internalName="TaxCatchAll" ma:showField="CatchAllData" ma:web="c99ec8c8-0749-4c25-8d1b-19177addcec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6F03E-05D0-49A9-BACA-9FF16C78E703}">
  <ds:schemaRefs>
    <ds:schemaRef ds:uri="http://schemas.microsoft.com/sharepoint/v3/contenttype/forms"/>
  </ds:schemaRefs>
</ds:datastoreItem>
</file>

<file path=customXml/itemProps2.xml><?xml version="1.0" encoding="utf-8"?>
<ds:datastoreItem xmlns:ds="http://schemas.openxmlformats.org/officeDocument/2006/customXml" ds:itemID="{9399323A-5783-4896-BDE8-C03FD5DCF268}">
  <ds:schemaRefs>
    <ds:schemaRef ds:uri="http://purl.org/dc/elements/1.1/"/>
    <ds:schemaRef ds:uri="http://schemas.openxmlformats.org/package/2006/metadata/core-properties"/>
    <ds:schemaRef ds:uri="f5211d55-b80d-4fd8-acf9-4802613733a8"/>
    <ds:schemaRef ds:uri="http://schemas.microsoft.com/sharepoint/v3"/>
    <ds:schemaRef ds:uri="http://purl.org/dc/dcmitype/"/>
    <ds:schemaRef ds:uri="http://schemas.microsoft.com/office/2006/documentManagement/types"/>
    <ds:schemaRef ds:uri="http://schemas.microsoft.com/office/2006/metadata/properties"/>
    <ds:schemaRef ds:uri="http://schemas.microsoft.com/office/infopath/2007/PartnerControls"/>
    <ds:schemaRef ds:uri="c99ec8c8-0749-4c25-8d1b-19177addcec6"/>
    <ds:schemaRef ds:uri="http://www.w3.org/XML/1998/namespace"/>
    <ds:schemaRef ds:uri="http://purl.org/dc/terms/"/>
  </ds:schemaRefs>
</ds:datastoreItem>
</file>

<file path=customXml/itemProps3.xml><?xml version="1.0" encoding="utf-8"?>
<ds:datastoreItem xmlns:ds="http://schemas.openxmlformats.org/officeDocument/2006/customXml" ds:itemID="{83391FE7-EA08-4923-882A-4A89543CCD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5211d55-b80d-4fd8-acf9-4802613733a8"/>
    <ds:schemaRef ds:uri="c99ec8c8-0749-4c25-8d1b-19177addce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5b49634-450b-4709-8abb-1e2b19b982b7}" enabled="0" method="" siteId="{e5b49634-450b-4709-8abb-1e2b19b982b7}" removed="1"/>
</clbl:labelList>
</file>

<file path=docProps/app.xml><?xml version="1.0" encoding="utf-8"?>
<Properties xmlns="http://schemas.openxmlformats.org/officeDocument/2006/extended-properties" xmlns:vt="http://schemas.openxmlformats.org/officeDocument/2006/docPropsVTypes">
  <Template/>
  <TotalTime>17321</TotalTime>
  <Words>1757</Words>
  <Application>Microsoft Office PowerPoint</Application>
  <PresentationFormat>On-screen Show (16:9)</PresentationFormat>
  <Paragraphs>252</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Roboto</vt:lpstr>
      <vt:lpstr>FinalPowerpoint</vt:lpstr>
      <vt:lpstr>TI company, products and systems overview</vt:lpstr>
      <vt:lpstr>Our company at a glance</vt:lpstr>
      <vt:lpstr>Living our values</vt:lpstr>
      <vt:lpstr>We design and manufacture analog and embedded semiconductors</vt:lpstr>
      <vt:lpstr>The benefits of working with TI</vt:lpstr>
      <vt:lpstr>Great products, engineering expertise and support</vt:lpstr>
      <vt:lpstr>Our global manufacturing footprint:  Long history of regionally diverse internal manufacturing</vt:lpstr>
      <vt:lpstr>A strong and expanding foundation of internal manufacturing and technology capabilities</vt:lpstr>
      <vt:lpstr>PowerPoint Presentation</vt:lpstr>
      <vt:lpstr>Our corporate citizenship focus areas</vt:lpstr>
      <vt:lpstr>Our focus on key environmental areas</vt:lpstr>
      <vt:lpstr>Working at TI</vt:lpstr>
      <vt:lpstr>Giving and volunteering</vt:lpstr>
      <vt:lpstr>TI Foundation: Investing in our communities</vt:lpstr>
      <vt:lpstr>TI Taiwan at a glance</vt:lpstr>
      <vt:lpstr>TI Taiwan is highly recognized for its CSR efforts especially for Great place to work and Sustainability</vt:lpstr>
      <vt:lpstr>2025 Taiwan Citizenship summary</vt:lpstr>
      <vt:lpstr>Elevating TI’s brand and building preference for TI</vt:lpstr>
    </vt:vector>
  </TitlesOfParts>
  <Company>Texas Instruments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k-drews@ti.com</dc:creator>
  <cp:lastModifiedBy>Yu, Fisher</cp:lastModifiedBy>
  <cp:revision>287</cp:revision>
  <dcterms:created xsi:type="dcterms:W3CDTF">2007-12-19T20:51:45Z</dcterms:created>
  <dcterms:modified xsi:type="dcterms:W3CDTF">2026-09-29T02:51:31Z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0x0101007AE949A3CE53BD43B4E3FFFD6D106F6E</vt:lpwstr>
  </property>
  <property fmtid="{D5CDD505-2E9C-101B-9397-08002B2CF9AE}" pid="3" name="MediaServiceImageTags">
    <vt:lpwstr/>
  </property>
</Properties>
</file>